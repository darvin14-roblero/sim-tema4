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0" r:id="rId4"/>
  </p:sldMasterIdLst>
  <p:notesMasterIdLst>
    <p:notesMasterId r:id="rId23"/>
  </p:notesMasterIdLst>
  <p:handoutMasterIdLst>
    <p:handoutMasterId r:id="rId24"/>
  </p:handoutMasterIdLst>
  <p:sldIdLst>
    <p:sldId id="292" r:id="rId5"/>
    <p:sldId id="286" r:id="rId6"/>
    <p:sldId id="287" r:id="rId7"/>
    <p:sldId id="288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290" r:id="rId20"/>
    <p:sldId id="295" r:id="rId21"/>
    <p:sldId id="29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E579CFC-F3DF-4965-A41D-1590358C1454}" type="datetime1">
              <a:rPr lang="es-MX" smtClean="0"/>
              <a:t>02/10/2026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8FBD93F-F02D-450A-B770-AD465E68CA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69923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9369CC-EEE7-46C8-8C0B-412F1578954C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Haz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B040C8-62D2-4EA7-B200-D3B8C06AAFD8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8C4EDB0-F400-4984-9289-37CD44FD306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3413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70515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7710382-8A88-4D70-BE6D-5067EF51E00E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4272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BEB036-510A-4CD6-ABF9-4A067A4FD7B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14723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2310686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C0A6EA4-B481-452E-8743-13AAC8237C40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45670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451DC5C-61DD-48C3-9A9B-A69DE46ED77A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4283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6CAE48-6BE8-4F12-B510-C76721BF3FF5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649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121193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644180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7898919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58518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323454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8673652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7427503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008E10F-89D0-4085-9A29-D8CE199A12D9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989502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BD26467-AC2C-4331-9887-A42FA94B44DE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56012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3C7A6243-EDAF-4602-9428-BF69DF5650DB}" type="datetime1">
              <a:rPr lang="es-MX" noProof="0" smtClean="0"/>
              <a:t>02/10/2026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227072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24F9E26-F202-9B86-DB1F-C0A6212A7CC2}"/>
              </a:ext>
            </a:extLst>
          </p:cNvPr>
          <p:cNvSpPr/>
          <p:nvPr/>
        </p:nvSpPr>
        <p:spPr>
          <a:xfrm>
            <a:off x="0" y="0"/>
            <a:ext cx="2219325" cy="1133475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9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  <a:effectLst>
            <a:glow>
              <a:schemeClr val="accent1">
                <a:alpha val="4000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FCC94F4-C31E-F9F5-35C7-0650F571CA8B}"/>
              </a:ext>
            </a:extLst>
          </p:cNvPr>
          <p:cNvSpPr/>
          <p:nvPr/>
        </p:nvSpPr>
        <p:spPr>
          <a:xfrm>
            <a:off x="-32057" y="5788284"/>
            <a:ext cx="2219325" cy="1586090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399000"/>
                      </a14:imgEffect>
                    </a14:imgLayer>
                  </a14:imgProps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29B78F6-9546-C7CD-6A9E-62A746841581}"/>
              </a:ext>
            </a:extLst>
          </p:cNvPr>
          <p:cNvSpPr/>
          <p:nvPr/>
        </p:nvSpPr>
        <p:spPr>
          <a:xfrm>
            <a:off x="9972675" y="0"/>
            <a:ext cx="2219325" cy="1133475"/>
          </a:xfrm>
          <a:prstGeom prst="rect">
            <a:avLst/>
          </a:prstGeom>
          <a:blipFill dpi="0"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  <a14:imgEffect>
                        <a14:brightnessContrast bright="-4000"/>
                      </a14:imgEffect>
                    </a14:imgLayer>
                  </a14:imgProps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  <a:effectLst>
            <a:glow>
              <a:schemeClr val="accent1">
                <a:alpha val="40000"/>
              </a:schemeClr>
            </a:glow>
            <a:outerShdw blurRad="63500" dist="50800" dir="5400000" algn="ctr" rotWithShape="0">
              <a:srgbClr val="000000">
                <a:alpha val="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47F893-AAC5-7774-C09E-057C6B92FF6F}"/>
              </a:ext>
            </a:extLst>
          </p:cNvPr>
          <p:cNvSpPr txBox="1"/>
          <p:nvPr/>
        </p:nvSpPr>
        <p:spPr>
          <a:xfrm>
            <a:off x="3027961" y="613076"/>
            <a:ext cx="555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INSTITUTO TECNOLÒGICO DE FRONTERA COMALAPA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B26ED1-5D18-8F75-5997-F69CAD99FC1D}"/>
              </a:ext>
            </a:extLst>
          </p:cNvPr>
          <p:cNvSpPr txBox="1"/>
          <p:nvPr/>
        </p:nvSpPr>
        <p:spPr>
          <a:xfrm>
            <a:off x="4697582" y="1133475"/>
            <a:ext cx="2559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QUINTO SEMESTRE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203422-ED72-B222-6802-218069D6E875}"/>
              </a:ext>
            </a:extLst>
          </p:cNvPr>
          <p:cNvSpPr txBox="1"/>
          <p:nvPr/>
        </p:nvSpPr>
        <p:spPr>
          <a:xfrm>
            <a:off x="3384747" y="1688105"/>
            <a:ext cx="5010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INGENIERÌA EN SISTEMAS COMPUTACIONALES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875B60-111E-6685-F4FC-865EE1C7AEA3}"/>
              </a:ext>
            </a:extLst>
          </p:cNvPr>
          <p:cNvSpPr txBox="1"/>
          <p:nvPr/>
        </p:nvSpPr>
        <p:spPr>
          <a:xfrm>
            <a:off x="3687097" y="2320855"/>
            <a:ext cx="6285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MATERIA: SIMULACIÓN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F777CBC1-45D4-56C8-1571-571402FC4399}"/>
              </a:ext>
            </a:extLst>
          </p:cNvPr>
          <p:cNvSpPr txBox="1">
            <a:spLocks/>
          </p:cNvSpPr>
          <p:nvPr/>
        </p:nvSpPr>
        <p:spPr>
          <a:xfrm>
            <a:off x="2213275" y="2908668"/>
            <a:ext cx="7213754" cy="886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</a:t>
            </a:r>
            <a:b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PRÁCTICA 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F274C131-E11B-2225-0AEA-7724E07DC7CB}"/>
              </a:ext>
            </a:extLst>
          </p:cNvPr>
          <p:cNvSpPr txBox="1">
            <a:spLocks/>
          </p:cNvSpPr>
          <p:nvPr/>
        </p:nvSpPr>
        <p:spPr>
          <a:xfrm>
            <a:off x="2909757" y="4478860"/>
            <a:ext cx="7333699" cy="158609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MX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ALUMNO: DARVIN YERIEL ROBLERO GONZALEZ</a:t>
            </a:r>
          </a:p>
          <a:p>
            <a:endParaRPr lang="es-MX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680720" marR="502285">
              <a:spcBef>
                <a:spcPts val="925"/>
              </a:spcBef>
            </a:pPr>
            <a:r>
              <a:rPr lang="es-MX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DOCENTE: </a:t>
            </a:r>
            <a:r>
              <a:rPr lang="es-ES" sz="1800" b="1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ING. FRANCISCO JAVIER MINGO VELÁZQUEZ</a:t>
            </a:r>
            <a:endParaRPr lang="es-MX" sz="1800" b="1" dirty="0"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680720" marR="502285">
              <a:spcBef>
                <a:spcPts val="925"/>
              </a:spcBef>
            </a:pPr>
            <a:r>
              <a:rPr lang="es-ES" sz="1800" dirty="0">
                <a:latin typeface="Arial MT"/>
                <a:ea typeface="Arial MT"/>
                <a:cs typeface="Arial MT"/>
              </a:rPr>
              <a:t> </a:t>
            </a:r>
            <a:endParaRPr lang="es-MX" sz="1800" dirty="0">
              <a:latin typeface="Arial MT"/>
              <a:ea typeface="Arial MT"/>
              <a:cs typeface="Arial MT"/>
            </a:endParaRPr>
          </a:p>
          <a:p>
            <a:endParaRPr lang="es-MX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s-MX" sz="12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es-MX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B46020A-CE7D-DE84-BC2D-AACE5E5FE6D3}"/>
              </a:ext>
            </a:extLst>
          </p:cNvPr>
          <p:cNvSpPr txBox="1"/>
          <p:nvPr/>
        </p:nvSpPr>
        <p:spPr>
          <a:xfrm>
            <a:off x="4135814" y="5788284"/>
            <a:ext cx="733369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FRONTERA COMALAPA, CHIAPAS A </a:t>
            </a:r>
            <a:r>
              <a:rPr lang="es-ES" sz="1600" b="1" dirty="0">
                <a:latin typeface="Arial" panose="020B0604020202020204" pitchFamily="34" charset="0"/>
                <a:ea typeface="Arial" panose="020B0604020202020204" pitchFamily="34" charset="0"/>
              </a:rPr>
              <a:t>29</a:t>
            </a:r>
            <a:r>
              <a:rPr lang="es-ES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ES" sz="1600" b="1" dirty="0">
                <a:latin typeface="Arial" panose="020B0604020202020204" pitchFamily="34" charset="0"/>
                <a:ea typeface="Arial" panose="020B0604020202020204" pitchFamily="34" charset="0"/>
              </a:rPr>
              <a:t>DE SEPTIEMBRE</a:t>
            </a:r>
            <a:r>
              <a:rPr lang="es-ES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DEL 2026</a:t>
            </a:r>
            <a:endParaRPr lang="es-MX" sz="16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br>
              <a:rPr lang="es-E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7CAB42E-565F-F70C-0E8B-09BDC29301FF}"/>
              </a:ext>
            </a:extLst>
          </p:cNvPr>
          <p:cNvSpPr txBox="1"/>
          <p:nvPr/>
        </p:nvSpPr>
        <p:spPr>
          <a:xfrm>
            <a:off x="4269879" y="4014411"/>
            <a:ext cx="3369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NO. CONTROL: 241260007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5EBDFD-9B6C-25D8-0740-872D5C7A5929}"/>
              </a:ext>
            </a:extLst>
          </p:cNvPr>
          <p:cNvSpPr txBox="1"/>
          <p:nvPr/>
        </p:nvSpPr>
        <p:spPr>
          <a:xfrm>
            <a:off x="3316596" y="127424"/>
            <a:ext cx="555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TECNM TECNOLÓGICO NACIONAL DE MÉXICO</a:t>
            </a:r>
          </a:p>
        </p:txBody>
      </p:sp>
    </p:spTree>
    <p:extLst>
      <p:ext uri="{BB962C8B-B14F-4D97-AF65-F5344CB8AC3E}">
        <p14:creationId xmlns:p14="http://schemas.microsoft.com/office/powerpoint/2010/main" val="175581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A4CB3-FF79-5567-07C3-D85A7E56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60" y="108373"/>
            <a:ext cx="4165580" cy="68868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s-MX" sz="4200" b="1" noProof="0" dirty="0"/>
              <a:t>INTRODUCCIÓN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7B544F-5EF6-664C-9F3E-EA1D48697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5249" y="1019724"/>
            <a:ext cx="4686160" cy="2689917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s-MX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En el presente reporte de practica empezaremos a realizar en los 3 lenguajes de programación para comprender algunos ejemplos sobre cada uno de los temas respecto a los lenguajes de simulación.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59EC682-1C45-191A-0122-5EF8B0F45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626" y="0"/>
            <a:ext cx="6484374" cy="372219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55A696A-CDDD-44DA-1B0C-4F52BA63A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625" y="3722196"/>
            <a:ext cx="6484374" cy="311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3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8B290-3D6F-4B15-2A82-FEC4C2A2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78" y="76201"/>
            <a:ext cx="5092906" cy="674914"/>
          </a:xfrm>
        </p:spPr>
        <p:txBody>
          <a:bodyPr/>
          <a:lstStyle/>
          <a:p>
            <a:pPr algn="ctr"/>
            <a:r>
              <a:rPr lang="es-MX" b="1" dirty="0"/>
              <a:t>JUSTIFICACIÓN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3445EC-F5EA-E657-C1AB-DADE25093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4097" y="1197427"/>
            <a:ext cx="6671874" cy="5046057"/>
          </a:xfrm>
        </p:spPr>
        <p:txBody>
          <a:bodyPr>
            <a:noAutofit/>
          </a:bodyPr>
          <a:lstStyle/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Se realizo esta practica para poder practicar y conocer la diferencia en los diferentes lenguajes de programación y así conocer su estructura,  y para ello realizamos sobre los códigos que pudimos encontrar respecto al tema de lenguajes de simulación y sus subtemas que lo conforman.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E8B80EB-D911-990C-FC00-83433DE00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541" y="1496744"/>
            <a:ext cx="4806678" cy="330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5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302F8442-9B3F-65D7-B0D6-DF6A67369CD0}"/>
              </a:ext>
            </a:extLst>
          </p:cNvPr>
          <p:cNvSpPr txBox="1"/>
          <p:nvPr/>
        </p:nvSpPr>
        <p:spPr>
          <a:xfrm>
            <a:off x="0" y="4613756"/>
            <a:ext cx="4798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este ejemplo buscamos un código donde podríamos explicar un poco sobre este tema donde podemos utilizar en Java.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26F34E3-C11C-0430-3D28-6FB5C3AB770A}"/>
              </a:ext>
            </a:extLst>
          </p:cNvPr>
          <p:cNvSpPr txBox="1"/>
          <p:nvPr/>
        </p:nvSpPr>
        <p:spPr>
          <a:xfrm>
            <a:off x="6685935" y="4532671"/>
            <a:ext cx="5070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una vez realizado el código pudimos simular un evento discreto donde se explica el tiempo de llegada y el tiempo medio para saber cual es el total.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9EF980-09DC-F5E1-52E6-4361D2B8E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8529"/>
            <a:ext cx="5820697" cy="32741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36F9D98-1B57-1C0B-36EC-10F1653FDB9D}"/>
              </a:ext>
            </a:extLst>
          </p:cNvPr>
          <p:cNvSpPr txBox="1"/>
          <p:nvPr/>
        </p:nvSpPr>
        <p:spPr>
          <a:xfrm>
            <a:off x="1651819" y="134178"/>
            <a:ext cx="764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Aprendizaje y uso lenguaje de simulación o un simulador en Java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9890193-EEB0-C655-33BE-BF2480351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05" y="1258529"/>
            <a:ext cx="5127064" cy="327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2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5AFF-A354-B404-1B6A-7A0EEA81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8D71BB47-85FC-A8E6-1C70-1E3E1CBEA798}"/>
              </a:ext>
            </a:extLst>
          </p:cNvPr>
          <p:cNvSpPr txBox="1"/>
          <p:nvPr/>
        </p:nvSpPr>
        <p:spPr>
          <a:xfrm>
            <a:off x="0" y="4613756"/>
            <a:ext cx="4798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Después encontramos otro código pero para Rstudio y obtenemos el siguiente resultado.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4C14B68-EF5E-2C61-500C-6E19333C3B45}"/>
              </a:ext>
            </a:extLst>
          </p:cNvPr>
          <p:cNvSpPr txBox="1"/>
          <p:nvPr/>
        </p:nvSpPr>
        <p:spPr>
          <a:xfrm>
            <a:off x="6685935" y="4532671"/>
            <a:ext cx="5070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Podemos observar la diferencia entre el java donde en R tienen diferentes librerías y debemos de comprender como ejecutarlo para obtener este resultado.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19B13FA-605A-5A20-7453-E26FC725FD61}"/>
              </a:ext>
            </a:extLst>
          </p:cNvPr>
          <p:cNvSpPr txBox="1"/>
          <p:nvPr/>
        </p:nvSpPr>
        <p:spPr>
          <a:xfrm>
            <a:off x="1651819" y="134178"/>
            <a:ext cx="764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Aprendizaje y uso lenguaje de simulación o un simulador en 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5AC07D-8CFC-AE54-6392-BFEF19FA8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6916"/>
            <a:ext cx="5909719" cy="367737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73441DE-D7DA-1B65-0387-8D1AD49D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924" y="704568"/>
            <a:ext cx="4414683" cy="373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7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4A21-FAF2-07D4-4CC4-9BBB4D234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1BCF8845-80F4-9924-D435-FAC22DE52D85}"/>
              </a:ext>
            </a:extLst>
          </p:cNvPr>
          <p:cNvSpPr txBox="1"/>
          <p:nvPr/>
        </p:nvSpPr>
        <p:spPr>
          <a:xfrm>
            <a:off x="530943" y="4385187"/>
            <a:ext cx="10756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lo mismo se realizo para Python donde des igual manera se realizo un código para comparar los resultados con los lenguajes de programación anterior.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5A92F3-007A-0CCF-3053-1DBD3F7A8BE2}"/>
              </a:ext>
            </a:extLst>
          </p:cNvPr>
          <p:cNvSpPr txBox="1"/>
          <p:nvPr/>
        </p:nvSpPr>
        <p:spPr>
          <a:xfrm>
            <a:off x="973393" y="134178"/>
            <a:ext cx="8327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Aprendizaje y uso lenguaje de simulación o un simulador en Python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4E3A71-A0B5-CB5A-2B99-A9C4A5E81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6916"/>
            <a:ext cx="6096000" cy="3429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86D6028-51AA-32EC-8197-7A44F3506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011" y="692781"/>
            <a:ext cx="4795422" cy="350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93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37C13-193B-DDFF-3ED7-FC3B42F1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E35AE880-D014-197A-09CC-DFAD0143B3BD}"/>
              </a:ext>
            </a:extLst>
          </p:cNvPr>
          <p:cNvSpPr txBox="1"/>
          <p:nvPr/>
        </p:nvSpPr>
        <p:spPr>
          <a:xfrm>
            <a:off x="934063" y="5053981"/>
            <a:ext cx="9930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 la misma forma se realizo lo mismo con otro tema para poder buscar como se ejecuta en cada uno de los programas y ver la diferencia de su ejecución.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4DA48D7-1137-7CA2-FFB6-CF5EEF064FF0}"/>
              </a:ext>
            </a:extLst>
          </p:cNvPr>
          <p:cNvSpPr txBox="1"/>
          <p:nvPr/>
        </p:nvSpPr>
        <p:spPr>
          <a:xfrm>
            <a:off x="3244645" y="114513"/>
            <a:ext cx="497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Problemas con líneas de espera en Java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8F4247-3C8A-3CD3-C698-5BF1266FD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560"/>
            <a:ext cx="5558502" cy="34904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F445D64-EE90-045A-2290-7A40936BC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88845"/>
            <a:ext cx="5542054" cy="396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22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3016-7C10-0313-F61A-B1EBF88A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DE027465-4AAF-5CAF-40DB-42653AFDF26D}"/>
              </a:ext>
            </a:extLst>
          </p:cNvPr>
          <p:cNvSpPr txBox="1"/>
          <p:nvPr/>
        </p:nvSpPr>
        <p:spPr>
          <a:xfrm>
            <a:off x="-1" y="4613756"/>
            <a:ext cx="11769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R podemos ver como cambia la interfaz y como se utiliza para poder ejecutase de manera correcta y podemos notar la diferencia.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CB5121-BB86-02C5-DC71-DB7E37C9AE14}"/>
              </a:ext>
            </a:extLst>
          </p:cNvPr>
          <p:cNvSpPr txBox="1"/>
          <p:nvPr/>
        </p:nvSpPr>
        <p:spPr>
          <a:xfrm>
            <a:off x="3244645" y="114513"/>
            <a:ext cx="497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Problemas con líneas de espera en R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B9D1AC-B728-0AA1-D927-2F582457E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66917"/>
            <a:ext cx="5418666" cy="304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23205C0-7720-430F-5E36-0EB70A00A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718" y="766917"/>
            <a:ext cx="4573746" cy="376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25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DFC4-9819-1DAA-EDEB-46E23EC7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E25222BD-59C0-FF7D-BAF2-9D939D932580}"/>
              </a:ext>
            </a:extLst>
          </p:cNvPr>
          <p:cNvSpPr txBox="1"/>
          <p:nvPr/>
        </p:nvSpPr>
        <p:spPr>
          <a:xfrm>
            <a:off x="0" y="4613756"/>
            <a:ext cx="1042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por ultimo vemos como cambia la modalidad en Python a pesar de ser el mismo tema pero cada uno tiene características diferentes para poder ejecutar de manera correcta.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880C1E9-E785-27D8-EB97-561E26B89FFB}"/>
              </a:ext>
            </a:extLst>
          </p:cNvPr>
          <p:cNvSpPr txBox="1"/>
          <p:nvPr/>
        </p:nvSpPr>
        <p:spPr>
          <a:xfrm>
            <a:off x="3244645" y="114513"/>
            <a:ext cx="549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Problemas con líneas de espera en Python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0240FA-370C-CDB1-CA8D-1F9A9FE6B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206"/>
            <a:ext cx="5820697" cy="327414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714A9D6-59BE-7704-C052-50312E60C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851" y="928343"/>
            <a:ext cx="5070983" cy="360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9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61A5-F46A-9D73-39ED-49510D57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32481205-72A1-28B9-444A-B9D23B8D0571}"/>
              </a:ext>
            </a:extLst>
          </p:cNvPr>
          <p:cNvSpPr txBox="1"/>
          <p:nvPr/>
        </p:nvSpPr>
        <p:spPr>
          <a:xfrm>
            <a:off x="0" y="4613756"/>
            <a:ext cx="1088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de igual manera con el siguiente subtema tratamos de buscar la mejor forma para poder realizar el código correspondiente y así obtener un resultado eficaz.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F4FA70-9CEC-225A-8A07-E52A6D600E67}"/>
              </a:ext>
            </a:extLst>
          </p:cNvPr>
          <p:cNvSpPr txBox="1"/>
          <p:nvPr/>
        </p:nvSpPr>
        <p:spPr>
          <a:xfrm>
            <a:off x="3244645" y="114513"/>
            <a:ext cx="580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 Problemas con sistemas de Inventarios. En Java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6B2A78-8C3B-D4F4-CEF1-841EC65C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" y="973393"/>
            <a:ext cx="6096000" cy="3429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1840EC3-F773-3559-C4D1-DC544D250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814" y="835387"/>
            <a:ext cx="5152104" cy="369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99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7E3B-B277-A156-E06A-BD14D491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6847D9AD-8C6A-3D73-7F0E-AA10F49302CA}"/>
              </a:ext>
            </a:extLst>
          </p:cNvPr>
          <p:cNvSpPr txBox="1"/>
          <p:nvPr/>
        </p:nvSpPr>
        <p:spPr>
          <a:xfrm>
            <a:off x="0" y="4613756"/>
            <a:ext cx="1072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 la misma forma se aplico en este programa para ver el modelo que genera al ejecutarlo.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8063AE-4DDD-C109-02A0-4EA2C6AED4FD}"/>
              </a:ext>
            </a:extLst>
          </p:cNvPr>
          <p:cNvSpPr txBox="1"/>
          <p:nvPr/>
        </p:nvSpPr>
        <p:spPr>
          <a:xfrm>
            <a:off x="3244645" y="114513"/>
            <a:ext cx="580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 Problemas con sistemas de Inventarios. En R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273E5F-71C6-BA30-52BB-E664D2455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6916"/>
            <a:ext cx="5680860" cy="31954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DABCE25-0CD9-F792-03B8-0EB696976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142" y="543201"/>
            <a:ext cx="4870204" cy="40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52187-12DF-5BBB-60DB-5CBFF512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3755F879-6430-A9FE-73B2-B61A8093ECF3}"/>
              </a:ext>
            </a:extLst>
          </p:cNvPr>
          <p:cNvSpPr txBox="1"/>
          <p:nvPr/>
        </p:nvSpPr>
        <p:spPr>
          <a:xfrm>
            <a:off x="0" y="4613756"/>
            <a:ext cx="11756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de la misma forma se realizo en Python para ver como seria la forma de ejecutarse y ver los resultados.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AF3BF6-DDA3-B3C1-4D91-10EC7ABF22A3}"/>
              </a:ext>
            </a:extLst>
          </p:cNvPr>
          <p:cNvSpPr txBox="1"/>
          <p:nvPr/>
        </p:nvSpPr>
        <p:spPr>
          <a:xfrm>
            <a:off x="3244645" y="114513"/>
            <a:ext cx="580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 Problemas con sistemas de Inventarios. En Python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236361-660C-65F7-1280-ECB5592E0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096000" cy="3429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C2842C5-077A-5F6F-DC18-0B7B5B49F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477" y="609518"/>
            <a:ext cx="5103441" cy="379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67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6B1C-8E59-5C7B-822B-6D0899C5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0E305F2B-1C40-C357-A2F9-638A6DBAC8F9}"/>
              </a:ext>
            </a:extLst>
          </p:cNvPr>
          <p:cNvSpPr txBox="1"/>
          <p:nvPr/>
        </p:nvSpPr>
        <p:spPr>
          <a:xfrm>
            <a:off x="0" y="4613756"/>
            <a:ext cx="11041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para este tema se realizo lo mismo ya que todo es para poder comprender si los temas contienen códigos y como ejecutarlos en este programa y así conocer su estructura para evitar los errores.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513AD7-0C2F-AC2A-29FF-74033DAADC14}"/>
              </a:ext>
            </a:extLst>
          </p:cNvPr>
          <p:cNvSpPr txBox="1"/>
          <p:nvPr/>
        </p:nvSpPr>
        <p:spPr>
          <a:xfrm>
            <a:off x="3244645" y="114513"/>
            <a:ext cx="580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 Pruebas paramétricas  en Java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3D27B5-9ABB-58C5-ACE0-32FECE6D8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" y="872400"/>
            <a:ext cx="5960533" cy="33528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48B875C-6076-AA83-B082-C7321C9EB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0" y="720544"/>
            <a:ext cx="4159045" cy="357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166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F6689-0F10-E55C-2371-389D6450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C1ECD576-C6A3-AB0F-6A99-AF607BC54C48}"/>
              </a:ext>
            </a:extLst>
          </p:cNvPr>
          <p:cNvSpPr txBox="1"/>
          <p:nvPr/>
        </p:nvSpPr>
        <p:spPr>
          <a:xfrm>
            <a:off x="452283" y="4954357"/>
            <a:ext cx="10402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 igual forma como los demás programas en este se realizo un código para poder ver como se ejecuta y como se resuelven estas pruebas paramétricas.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7AC7CE-D381-5F40-C611-8798AEDEEFBA}"/>
              </a:ext>
            </a:extLst>
          </p:cNvPr>
          <p:cNvSpPr txBox="1"/>
          <p:nvPr/>
        </p:nvSpPr>
        <p:spPr>
          <a:xfrm>
            <a:off x="3244645" y="114513"/>
            <a:ext cx="580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 Pruebas paramétricas  en 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328057-1097-A63A-C3BA-416B1BDA3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8" y="658762"/>
            <a:ext cx="4036616" cy="395943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F88CF41-6CD3-08CF-C10C-2F7961B8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161" y="820006"/>
            <a:ext cx="5673213" cy="371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69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A412-1909-0834-EAFE-997C6F7A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>
            <a:extLst>
              <a:ext uri="{FF2B5EF4-FFF2-40B4-BE49-F238E27FC236}">
                <a16:creationId xmlns:a16="http://schemas.microsoft.com/office/drawing/2014/main" id="{D10F6A39-D45E-DCB6-9B7F-50235E45FB0E}"/>
              </a:ext>
            </a:extLst>
          </p:cNvPr>
          <p:cNvSpPr txBox="1"/>
          <p:nvPr/>
        </p:nvSpPr>
        <p:spPr>
          <a:xfrm>
            <a:off x="0" y="4613756"/>
            <a:ext cx="10599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por ultimo se realizo en Python para seguir comprendiendo las estructuras y que podamos realizar cualquier proyecto en cada uno de los lenguajes de programación.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149CB9-9D4D-7497-CA9B-645A8E7F957E}"/>
              </a:ext>
            </a:extLst>
          </p:cNvPr>
          <p:cNvSpPr txBox="1"/>
          <p:nvPr/>
        </p:nvSpPr>
        <p:spPr>
          <a:xfrm>
            <a:off x="3244645" y="114513"/>
            <a:ext cx="580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 Pruebas paramétricas  en Python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4357A6-6454-42BD-B149-CFB8A300E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891"/>
            <a:ext cx="5801032" cy="326308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564B83-183D-8E6B-E5AE-A3C47103E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721" y="712461"/>
            <a:ext cx="4913034" cy="382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862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D6569-4B4E-5A0F-C352-A595B53A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256423" cy="1641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CONCLUSIÓN</a:t>
            </a:r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0F432BFF-CCC6-3D84-7F56-F3751789B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1055" y="1600200"/>
            <a:ext cx="6258737" cy="38099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MX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finalizar pudimos comprender que cada tema visto no solo se puede realizar en un solo programa si que pudimos ver como utilizarlo en cada una de los 3 lenguajes de programación y observamos que las características son muy diferentes porque debemos de tener cuidado en generar los códigos ya que cada programa contiene diferentes librerías unas ya las trae integradas y otras hay que instalarlas por comandos y fue fundamental poder comprender este tema muy importante y la practica nos servirá de mucho.</a:t>
            </a:r>
            <a:endParaRPr lang="es-MX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C2B471-973D-2E97-A8C3-5B5345A0F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01" y="-4916"/>
            <a:ext cx="3595240" cy="2332703"/>
          </a:xfrm>
          <a:prstGeom prst="rect">
            <a:avLst/>
          </a:prstGeom>
        </p:spPr>
      </p:pic>
      <p:pic>
        <p:nvPicPr>
          <p:cNvPr id="5" name="Imagen 4" descr="Las 10 principales bibliotecas y herramientas Java para el aprendizaje ...">
            <a:extLst>
              <a:ext uri="{FF2B5EF4-FFF2-40B4-BE49-F238E27FC236}">
                <a16:creationId xmlns:a16="http://schemas.microsoft.com/office/drawing/2014/main" id="{B408E48A-0538-5F4C-D16B-49D41251B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02" y="2618494"/>
            <a:ext cx="4479043" cy="357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047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CE7C8-E187-A679-9F52-32232D6B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79E6B-7FB5-38A9-0247-634E0D67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290200"/>
            <a:ext cx="3991721" cy="8626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Link GitHub</a:t>
            </a:r>
          </a:p>
        </p:txBody>
      </p:sp>
      <p:pic>
        <p:nvPicPr>
          <p:cNvPr id="4" name="Imagen 3" descr="Qué es Github y sus características principales">
            <a:extLst>
              <a:ext uri="{FF2B5EF4-FFF2-40B4-BE49-F238E27FC236}">
                <a16:creationId xmlns:a16="http://schemas.microsoft.com/office/drawing/2014/main" id="{ED224277-4DE8-315D-42ED-0CA5CE14A5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24" r="1500"/>
          <a:stretch>
            <a:fillRect/>
          </a:stretch>
        </p:blipFill>
        <p:spPr>
          <a:xfrm>
            <a:off x="594120" y="634712"/>
            <a:ext cx="7045545" cy="55781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B673F4E-BEE1-A089-8A28-EB708549D237}"/>
              </a:ext>
            </a:extLst>
          </p:cNvPr>
          <p:cNvSpPr txBox="1"/>
          <p:nvPr/>
        </p:nvSpPr>
        <p:spPr>
          <a:xfrm>
            <a:off x="5653549" y="35216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CFE1675-D570-4855-E79F-120C0AB8FC8E}"/>
              </a:ext>
            </a:extLst>
          </p:cNvPr>
          <p:cNvSpPr txBox="1"/>
          <p:nvPr/>
        </p:nvSpPr>
        <p:spPr>
          <a:xfrm>
            <a:off x="8068100" y="3244645"/>
            <a:ext cx="3529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/>
              <a:t>https://github.com/Darvin14-Roblero/SIM-TEMA4.git</a:t>
            </a:r>
          </a:p>
        </p:txBody>
      </p:sp>
    </p:spTree>
    <p:extLst>
      <p:ext uri="{BB962C8B-B14F-4D97-AF65-F5344CB8AC3E}">
        <p14:creationId xmlns:p14="http://schemas.microsoft.com/office/powerpoint/2010/main" val="4060657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530DCFF-08F5-434A-A0D5-F3E89407A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011A3A-9884-40BF-94F6-0625A0ADD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6573690-978D-48A4-8645-0E01F8211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B84446-184D-45CE-9532-48179EAE5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9229660-8639-44E7-B486-7436516E6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58084FA-40DB-44FC-94DA-93AA71CD6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755F95-F2EF-615D-3CF5-B9AA93904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09601"/>
            <a:ext cx="3325731" cy="1675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FUENTES DE INFORMACIÓN</a:t>
            </a:r>
          </a:p>
        </p:txBody>
      </p:sp>
      <p:pic>
        <p:nvPicPr>
          <p:cNvPr id="8" name="Imagen 7" descr="Rstudio un IDE para el lenguaje de programación R en Linux">
            <a:extLst>
              <a:ext uri="{FF2B5EF4-FFF2-40B4-BE49-F238E27FC236}">
                <a16:creationId xmlns:a16="http://schemas.microsoft.com/office/drawing/2014/main" id="{2D0464A4-4575-23EA-42EE-DA53992952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814" r="22001" b="-4"/>
          <a:stretch>
            <a:fillRect/>
          </a:stretch>
        </p:blipFill>
        <p:spPr>
          <a:xfrm>
            <a:off x="4613643" y="609601"/>
            <a:ext cx="3409037" cy="27658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9" name="Imagen 8" descr="Python Language Explained – Introduction to Python – PUSHE">
            <a:extLst>
              <a:ext uri="{FF2B5EF4-FFF2-40B4-BE49-F238E27FC236}">
                <a16:creationId xmlns:a16="http://schemas.microsoft.com/office/drawing/2014/main" id="{26A1140D-3E6B-DA25-F122-7518D65EF6E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607" r="8966" b="2"/>
          <a:stretch>
            <a:fillRect/>
          </a:stretch>
        </p:blipFill>
        <p:spPr>
          <a:xfrm>
            <a:off x="8135262" y="609602"/>
            <a:ext cx="3409037" cy="27660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B41991E-FEAE-49BB-BDDD-80639BB61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38CBEF52-8347-97BB-0A74-AD4D634A3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176" y="2484544"/>
            <a:ext cx="3329666" cy="376385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noProof="0"/>
              <a:t>Para esto usamos </a:t>
            </a:r>
            <a:r>
              <a:rPr lang="en-US"/>
              <a:t>3 lenguajes de programación como son:</a:t>
            </a:r>
          </a:p>
          <a:p>
            <a:pPr>
              <a:buFont typeface="Wingdings 3" charset="2"/>
              <a:buChar char=""/>
            </a:pPr>
            <a:r>
              <a:rPr lang="en-US"/>
              <a:t>Java.</a:t>
            </a:r>
          </a:p>
          <a:p>
            <a:pPr>
              <a:buFont typeface="Wingdings 3" charset="2"/>
              <a:buChar char=""/>
            </a:pPr>
            <a:r>
              <a:rPr lang="en-US" noProof="0"/>
              <a:t>Rstudio.</a:t>
            </a:r>
          </a:p>
          <a:p>
            <a:pPr>
              <a:buFont typeface="Wingdings 3" charset="2"/>
              <a:buChar char=""/>
            </a:pPr>
            <a:r>
              <a:rPr lang="en-US"/>
              <a:t>Python.</a:t>
            </a:r>
            <a:endParaRPr lang="en-US" noProof="0"/>
          </a:p>
        </p:txBody>
      </p:sp>
      <p:pic>
        <p:nvPicPr>
          <p:cNvPr id="10" name="Imagen 9" descr="Qué es Github y sus características principales">
            <a:extLst>
              <a:ext uri="{FF2B5EF4-FFF2-40B4-BE49-F238E27FC236}">
                <a16:creationId xmlns:a16="http://schemas.microsoft.com/office/drawing/2014/main" id="{3EC3AF68-FFF7-F9F7-CC3E-7B24B3C7810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3600" r="7375" b="-1"/>
          <a:stretch>
            <a:fillRect/>
          </a:stretch>
        </p:blipFill>
        <p:spPr>
          <a:xfrm>
            <a:off x="4613644" y="3482340"/>
            <a:ext cx="3409037" cy="27658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F1DB4F6-6132-3BC3-6A37-3B36233F239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383" b="16478"/>
          <a:stretch>
            <a:fillRect/>
          </a:stretch>
        </p:blipFill>
        <p:spPr>
          <a:xfrm>
            <a:off x="8135262" y="3482340"/>
            <a:ext cx="3409037" cy="27660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0716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009F5EF-575C-40E7-A9C5-EC1F2A5548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451F4C-A3A1-4FF3-AEA5-AE3EFF175B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775A23-75CA-4614-9647-C9B2CE742CA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554</TotalTime>
  <Words>709</Words>
  <Application>Microsoft Office PowerPoint</Application>
  <PresentationFormat>Panorámica</PresentationFormat>
  <Paragraphs>53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Arial MT</vt:lpstr>
      <vt:lpstr>Calibri</vt:lpstr>
      <vt:lpstr>Century Gothic</vt:lpstr>
      <vt:lpstr>Wingdings 3</vt:lpstr>
      <vt:lpstr>Ion</vt:lpstr>
      <vt:lpstr>Presentación de PowerPoint</vt:lpstr>
      <vt:lpstr>INTRODUCCIÓN</vt:lpstr>
      <vt:lpstr>JUSTIFICACIÓN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</vt:lpstr>
      <vt:lpstr>Link GitHub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DARVIN ROBLERO GONZALEZ</dc:creator>
  <cp:lastModifiedBy>DARVIN ROBLERO GONZALEZ</cp:lastModifiedBy>
  <cp:revision>16</cp:revision>
  <dcterms:created xsi:type="dcterms:W3CDTF">2025-08-09T04:53:33Z</dcterms:created>
  <dcterms:modified xsi:type="dcterms:W3CDTF">2026-10-03T04:00:12Z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