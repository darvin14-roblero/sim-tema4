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70" r:id="rId4"/>
  </p:sldMasterIdLst>
  <p:notesMasterIdLst>
    <p:notesMasterId r:id="rId14"/>
  </p:notesMasterIdLst>
  <p:handoutMasterIdLst>
    <p:handoutMasterId r:id="rId15"/>
  </p:handoutMasterIdLst>
  <p:sldIdLst>
    <p:sldId id="292" r:id="rId5"/>
    <p:sldId id="286" r:id="rId6"/>
    <p:sldId id="287" r:id="rId7"/>
    <p:sldId id="288" r:id="rId8"/>
    <p:sldId id="296" r:id="rId9"/>
    <p:sldId id="297" r:id="rId10"/>
    <p:sldId id="290" r:id="rId11"/>
    <p:sldId id="295" r:id="rId12"/>
    <p:sldId id="291"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EC20E35-A176-4012-BC5E-935CFFF8708E}" styleName="Estilo medio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929F9F4-4A8F-4326-A1B4-22849713DDAB}" styleName="Estilo oscuro 1 - Énfasis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notesViewPr>
    <p:cSldViewPr snapToGrid="0">
      <p:cViewPr varScale="1">
        <p:scale>
          <a:sx n="77" d="100"/>
          <a:sy n="77" d="100"/>
        </p:scale>
        <p:origin x="4038"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MX"/>
          </a:p>
        </p:txBody>
      </p:sp>
      <p:sp>
        <p:nvSpPr>
          <p:cNvPr id="3" name="Marcador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2E579CFC-F3DF-4965-A41D-1590358C1454}" type="datetime1">
              <a:rPr lang="es-MX" smtClean="0"/>
              <a:t>02/10/2026</a:t>
            </a:fld>
            <a:endParaRPr lang="es-MX"/>
          </a:p>
        </p:txBody>
      </p:sp>
      <p:sp>
        <p:nvSpPr>
          <p:cNvPr id="4" name="Marcador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MX"/>
          </a:p>
        </p:txBody>
      </p:sp>
      <p:sp>
        <p:nvSpPr>
          <p:cNvPr id="5" name="Marcador de posición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8FBD93F-F02D-450A-B770-AD465E68CA96}" type="slidenum">
              <a:rPr lang="es-MX" smtClean="0"/>
              <a:t>‹Nº›</a:t>
            </a:fld>
            <a:endParaRPr lang="es-MX"/>
          </a:p>
        </p:txBody>
      </p:sp>
    </p:spTree>
    <p:extLst>
      <p:ext uri="{BB962C8B-B14F-4D97-AF65-F5344CB8AC3E}">
        <p14:creationId xmlns:p14="http://schemas.microsoft.com/office/powerpoint/2010/main" val="190699237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MX" noProof="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E59369CC-EEE7-46C8-8C0B-412F1578954C}" type="datetime1">
              <a:rPr lang="es-MX" noProof="0" smtClean="0"/>
              <a:t>02/10/2026</a:t>
            </a:fld>
            <a:endParaRPr lang="es-MX" noProof="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MX" noProof="0"/>
          </a:p>
        </p:txBody>
      </p:sp>
      <p:sp>
        <p:nvSpPr>
          <p:cNvPr id="5" name="Marcador de posición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MX" noProof="0"/>
              <a:t>Haz clic para modificar los estilos de texto del patrón</a:t>
            </a:r>
          </a:p>
          <a:p>
            <a:pPr lvl="1" rtl="0"/>
            <a:r>
              <a:rPr lang="es-MX" noProof="0"/>
              <a:t>Segundo nivel</a:t>
            </a:r>
          </a:p>
          <a:p>
            <a:pPr lvl="2" rtl="0"/>
            <a:r>
              <a:rPr lang="es-MX" noProof="0"/>
              <a:t>Tercer nivel</a:t>
            </a:r>
          </a:p>
          <a:p>
            <a:pPr lvl="3" rtl="0"/>
            <a:r>
              <a:rPr lang="es-MX" noProof="0"/>
              <a:t>Cuarto nivel</a:t>
            </a:r>
          </a:p>
          <a:p>
            <a:pPr lvl="4" rtl="0"/>
            <a:r>
              <a:rPr lang="es-MX" noProof="0"/>
              <a:t>Quinto nivel</a:t>
            </a:r>
          </a:p>
        </p:txBody>
      </p:sp>
      <p:sp>
        <p:nvSpPr>
          <p:cNvPr id="6" name="Marcador de posición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MX" noProof="0"/>
          </a:p>
        </p:txBody>
      </p:sp>
      <p:sp>
        <p:nvSpPr>
          <p:cNvPr id="7" name="Marcador de posición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7EB040C8-62D2-4EA7-B200-D3B8C06AAFD8}" type="slidenum">
              <a:rPr lang="es-MX" noProof="0" smtClean="0"/>
              <a:t>‹Nº›</a:t>
            </a:fld>
            <a:endParaRPr lang="es-MX" noProof="0"/>
          </a:p>
        </p:txBody>
      </p:sp>
    </p:spTree>
    <p:extLst>
      <p:ext uri="{BB962C8B-B14F-4D97-AF65-F5344CB8AC3E}">
        <p14:creationId xmlns:p14="http://schemas.microsoft.com/office/powerpoint/2010/main" val="248306760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s-MX"/>
              <a:t>Haz clic para modificar el estilo de título del patrón</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MX"/>
              <a:t>Haz clic para editar el estilo de subtítulo del patrón</a:t>
            </a:r>
            <a:endParaRPr lang="en-US" dirty="0"/>
          </a:p>
        </p:txBody>
      </p:sp>
      <p:sp>
        <p:nvSpPr>
          <p:cNvPr id="4" name="Date Placeholder 3"/>
          <p:cNvSpPr>
            <a:spLocks noGrp="1"/>
          </p:cNvSpPr>
          <p:nvPr>
            <p:ph type="dt" sz="half" idx="10"/>
          </p:nvPr>
        </p:nvSpPr>
        <p:spPr/>
        <p:txBody>
          <a:bodyPr/>
          <a:lstStyle/>
          <a:p>
            <a:pPr rtl="0"/>
            <a:fld id="{08C4EDB0-F400-4984-9289-37CD44FD306B}" type="datetime1">
              <a:rPr lang="es-MX" noProof="0" smtClean="0"/>
              <a:t>02/10/2026</a:t>
            </a:fld>
            <a:endParaRPr lang="es-MX" noProof="0"/>
          </a:p>
        </p:txBody>
      </p:sp>
      <p:sp>
        <p:nvSpPr>
          <p:cNvPr id="5" name="Footer Placeholder 4"/>
          <p:cNvSpPr>
            <a:spLocks noGrp="1"/>
          </p:cNvSpPr>
          <p:nvPr>
            <p:ph type="ftr" sz="quarter" idx="11"/>
          </p:nvPr>
        </p:nvSpPr>
        <p:spPr/>
        <p:txBody>
          <a:bodyPr/>
          <a:lstStyle/>
          <a:p>
            <a:pPr rtl="0"/>
            <a:endParaRPr lang="es-MX" noProof="0"/>
          </a:p>
        </p:txBody>
      </p:sp>
      <p:sp>
        <p:nvSpPr>
          <p:cNvPr id="6" name="Slide Number Placeholder 5"/>
          <p:cNvSpPr>
            <a:spLocks noGrp="1"/>
          </p:cNvSpPr>
          <p:nvPr>
            <p:ph type="sldNum" sz="quarter" idx="12"/>
          </p:nvPr>
        </p:nvSpPr>
        <p:spPr/>
        <p:txBody>
          <a:bodyPr/>
          <a:lstStyle/>
          <a:p>
            <a:pPr rtl="0"/>
            <a:fld id="{8A7A6979-0714-4377-B894-6BE4C2D6E202}" type="slidenum">
              <a:rPr lang="es-MX" noProof="0" smtClean="0"/>
              <a:pPr rtl="0"/>
              <a:t>‹Nº›</a:t>
            </a:fld>
            <a:endParaRPr lang="es-MX" noProof="0"/>
          </a:p>
        </p:txBody>
      </p:sp>
    </p:spTree>
    <p:extLst>
      <p:ext uri="{BB962C8B-B14F-4D97-AF65-F5344CB8AC3E}">
        <p14:creationId xmlns:p14="http://schemas.microsoft.com/office/powerpoint/2010/main" val="2341389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Content Placeholder 2"/>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Date Placeholder 3"/>
          <p:cNvSpPr>
            <a:spLocks noGrp="1"/>
          </p:cNvSpPr>
          <p:nvPr>
            <p:ph type="dt" sz="half" idx="10"/>
          </p:nvPr>
        </p:nvSpPr>
        <p:spPr/>
        <p:txBody>
          <a:bodyPr/>
          <a:lstStyle/>
          <a:p>
            <a:pPr rtl="0"/>
            <a:fld id="{3C7A6243-EDAF-4602-9428-BF69DF5650DB}" type="datetime1">
              <a:rPr lang="es-MX" noProof="0" smtClean="0"/>
              <a:t>02/10/2026</a:t>
            </a:fld>
            <a:endParaRPr lang="es-MX" noProof="0"/>
          </a:p>
        </p:txBody>
      </p:sp>
      <p:sp>
        <p:nvSpPr>
          <p:cNvPr id="5" name="Footer Placeholder 4"/>
          <p:cNvSpPr>
            <a:spLocks noGrp="1"/>
          </p:cNvSpPr>
          <p:nvPr>
            <p:ph type="ftr" sz="quarter" idx="11"/>
          </p:nvPr>
        </p:nvSpPr>
        <p:spPr/>
        <p:txBody>
          <a:bodyPr/>
          <a:lstStyle/>
          <a:p>
            <a:pPr rtl="0"/>
            <a:endParaRPr lang="es-MX" noProof="0"/>
          </a:p>
        </p:txBody>
      </p:sp>
      <p:sp>
        <p:nvSpPr>
          <p:cNvPr id="6" name="Slide Number Placeholder 5"/>
          <p:cNvSpPr>
            <a:spLocks noGrp="1"/>
          </p:cNvSpPr>
          <p:nvPr>
            <p:ph type="sldNum" sz="quarter" idx="12"/>
          </p:nvPr>
        </p:nvSpPr>
        <p:spPr/>
        <p:txBody>
          <a:bodyPr/>
          <a:lstStyle/>
          <a:p>
            <a:pPr rtl="0"/>
            <a:fld id="{8A7A6979-0714-4377-B894-6BE4C2D6E202}" type="slidenum">
              <a:rPr lang="es-MX" noProof="0" smtClean="0"/>
              <a:pPr rtl="0"/>
              <a:t>‹Nº›</a:t>
            </a:fld>
            <a:endParaRPr lang="es-MX" noProof="0"/>
          </a:p>
        </p:txBody>
      </p:sp>
    </p:spTree>
    <p:extLst>
      <p:ext uri="{BB962C8B-B14F-4D97-AF65-F5344CB8AC3E}">
        <p14:creationId xmlns:p14="http://schemas.microsoft.com/office/powerpoint/2010/main" val="70515384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p>
            <a:pPr rtl="0"/>
            <a:fld id="{C7710382-8A88-4D70-BE6D-5067EF51E00E}" type="datetime1">
              <a:rPr lang="es-MX" noProof="0" smtClean="0"/>
              <a:t>02/10/2026</a:t>
            </a:fld>
            <a:endParaRPr lang="es-MX" noProof="0"/>
          </a:p>
        </p:txBody>
      </p:sp>
      <p:sp>
        <p:nvSpPr>
          <p:cNvPr id="5" name="Footer Placeholder 4"/>
          <p:cNvSpPr>
            <a:spLocks noGrp="1"/>
          </p:cNvSpPr>
          <p:nvPr>
            <p:ph type="ftr" sz="quarter" idx="11"/>
          </p:nvPr>
        </p:nvSpPr>
        <p:spPr/>
        <p:txBody>
          <a:bodyPr/>
          <a:lstStyle/>
          <a:p>
            <a:pPr rtl="0"/>
            <a:endParaRPr lang="es-MX" noProof="0"/>
          </a:p>
        </p:txBody>
      </p:sp>
      <p:sp>
        <p:nvSpPr>
          <p:cNvPr id="6" name="Slide Number Placeholder 5"/>
          <p:cNvSpPr>
            <a:spLocks noGrp="1"/>
          </p:cNvSpPr>
          <p:nvPr>
            <p:ph type="sldNum" sz="quarter" idx="12"/>
          </p:nvPr>
        </p:nvSpPr>
        <p:spPr/>
        <p:txBody>
          <a:bodyPr/>
          <a:lstStyle/>
          <a:p>
            <a:pPr rtl="0"/>
            <a:fld id="{8A7A6979-0714-4377-B894-6BE4C2D6E202}" type="slidenum">
              <a:rPr lang="es-MX" noProof="0" smtClean="0"/>
              <a:pPr rtl="0"/>
              <a:t>‹Nº›</a:t>
            </a:fld>
            <a:endParaRPr lang="es-MX" noProof="0"/>
          </a:p>
        </p:txBody>
      </p:sp>
    </p:spTree>
    <p:extLst>
      <p:ext uri="{BB962C8B-B14F-4D97-AF65-F5344CB8AC3E}">
        <p14:creationId xmlns:p14="http://schemas.microsoft.com/office/powerpoint/2010/main" val="24272734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Date Placeholder 4"/>
          <p:cNvSpPr>
            <a:spLocks noGrp="1"/>
          </p:cNvSpPr>
          <p:nvPr>
            <p:ph type="dt" sz="half" idx="10"/>
          </p:nvPr>
        </p:nvSpPr>
        <p:spPr/>
        <p:txBody>
          <a:bodyPr/>
          <a:lstStyle/>
          <a:p>
            <a:pPr rtl="0"/>
            <a:fld id="{53BEB036-510A-4CD6-ABF9-4A067A4FD7BB}" type="datetime1">
              <a:rPr lang="es-MX" noProof="0" smtClean="0"/>
              <a:t>02/10/2026</a:t>
            </a:fld>
            <a:endParaRPr lang="es-MX" noProof="0"/>
          </a:p>
        </p:txBody>
      </p:sp>
      <p:sp>
        <p:nvSpPr>
          <p:cNvPr id="6" name="Footer Placeholder 5"/>
          <p:cNvSpPr>
            <a:spLocks noGrp="1"/>
          </p:cNvSpPr>
          <p:nvPr>
            <p:ph type="ftr" sz="quarter" idx="11"/>
          </p:nvPr>
        </p:nvSpPr>
        <p:spPr/>
        <p:txBody>
          <a:bodyPr/>
          <a:lstStyle/>
          <a:p>
            <a:pPr rtl="0"/>
            <a:endParaRPr lang="es-MX" noProof="0"/>
          </a:p>
        </p:txBody>
      </p:sp>
      <p:sp>
        <p:nvSpPr>
          <p:cNvPr id="7" name="Slide Number Placeholder 6"/>
          <p:cNvSpPr>
            <a:spLocks noGrp="1"/>
          </p:cNvSpPr>
          <p:nvPr>
            <p:ph type="sldNum" sz="quarter" idx="12"/>
          </p:nvPr>
        </p:nvSpPr>
        <p:spPr/>
        <p:txBody>
          <a:bodyPr/>
          <a:lstStyle/>
          <a:p>
            <a:pPr rtl="0"/>
            <a:fld id="{8A7A6979-0714-4377-B894-6BE4C2D6E202}" type="slidenum">
              <a:rPr lang="es-MX" noProof="0" smtClean="0"/>
              <a:t>‹Nº›</a:t>
            </a:fld>
            <a:endParaRPr lang="es-MX" noProof="0"/>
          </a:p>
        </p:txBody>
      </p:sp>
    </p:spTree>
    <p:extLst>
      <p:ext uri="{BB962C8B-B14F-4D97-AF65-F5344CB8AC3E}">
        <p14:creationId xmlns:p14="http://schemas.microsoft.com/office/powerpoint/2010/main" val="41472369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Date Placeholder 6"/>
          <p:cNvSpPr>
            <a:spLocks noGrp="1"/>
          </p:cNvSpPr>
          <p:nvPr>
            <p:ph type="dt" sz="half" idx="10"/>
          </p:nvPr>
        </p:nvSpPr>
        <p:spPr/>
        <p:txBody>
          <a:bodyPr/>
          <a:lstStyle/>
          <a:p>
            <a:pPr rtl="0"/>
            <a:fld id="{3C7A6243-EDAF-4602-9428-BF69DF5650DB}" type="datetime1">
              <a:rPr lang="es-MX" noProof="0" smtClean="0"/>
              <a:t>02/10/2026</a:t>
            </a:fld>
            <a:endParaRPr lang="es-MX" noProof="0"/>
          </a:p>
        </p:txBody>
      </p:sp>
      <p:sp>
        <p:nvSpPr>
          <p:cNvPr id="8" name="Footer Placeholder 7"/>
          <p:cNvSpPr>
            <a:spLocks noGrp="1"/>
          </p:cNvSpPr>
          <p:nvPr>
            <p:ph type="ftr" sz="quarter" idx="11"/>
          </p:nvPr>
        </p:nvSpPr>
        <p:spPr/>
        <p:txBody>
          <a:bodyPr/>
          <a:lstStyle/>
          <a:p>
            <a:pPr rtl="0"/>
            <a:endParaRPr lang="es-MX" noProof="0"/>
          </a:p>
        </p:txBody>
      </p:sp>
      <p:sp>
        <p:nvSpPr>
          <p:cNvPr id="9" name="Slide Number Placeholder 8"/>
          <p:cNvSpPr>
            <a:spLocks noGrp="1"/>
          </p:cNvSpPr>
          <p:nvPr>
            <p:ph type="sldNum" sz="quarter" idx="12"/>
          </p:nvPr>
        </p:nvSpPr>
        <p:spPr/>
        <p:txBody>
          <a:bodyPr/>
          <a:lstStyle/>
          <a:p>
            <a:pPr rtl="0"/>
            <a:fld id="{8A7A6979-0714-4377-B894-6BE4C2D6E202}" type="slidenum">
              <a:rPr lang="es-MX" noProof="0" smtClean="0"/>
              <a:pPr rtl="0"/>
              <a:t>‹Nº›</a:t>
            </a:fld>
            <a:endParaRPr lang="es-MX" noProof="0"/>
          </a:p>
        </p:txBody>
      </p:sp>
    </p:spTree>
    <p:extLst>
      <p:ext uri="{BB962C8B-B14F-4D97-AF65-F5344CB8AC3E}">
        <p14:creationId xmlns:p14="http://schemas.microsoft.com/office/powerpoint/2010/main" val="223106867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7" name="Date Placeholder 2"/>
          <p:cNvSpPr>
            <a:spLocks noGrp="1"/>
          </p:cNvSpPr>
          <p:nvPr>
            <p:ph type="dt" sz="half" idx="10"/>
          </p:nvPr>
        </p:nvSpPr>
        <p:spPr/>
        <p:txBody>
          <a:bodyPr/>
          <a:lstStyle/>
          <a:p>
            <a:pPr rtl="0"/>
            <a:fld id="{7C0A6EA4-B481-452E-8743-13AAC8237C40}" type="datetime1">
              <a:rPr lang="es-MX" noProof="0" smtClean="0"/>
              <a:t>02/10/2026</a:t>
            </a:fld>
            <a:endParaRPr lang="es-MX" noProof="0"/>
          </a:p>
        </p:txBody>
      </p:sp>
      <p:sp>
        <p:nvSpPr>
          <p:cNvPr id="5" name="Footer Placeholder 3"/>
          <p:cNvSpPr>
            <a:spLocks noGrp="1"/>
          </p:cNvSpPr>
          <p:nvPr>
            <p:ph type="ftr" sz="quarter" idx="11"/>
          </p:nvPr>
        </p:nvSpPr>
        <p:spPr/>
        <p:txBody>
          <a:bodyPr/>
          <a:lstStyle/>
          <a:p>
            <a:pPr rtl="0"/>
            <a:endParaRPr lang="es-MX" noProof="0"/>
          </a:p>
        </p:txBody>
      </p:sp>
      <p:sp>
        <p:nvSpPr>
          <p:cNvPr id="6" name="Slide Number Placeholder 4"/>
          <p:cNvSpPr>
            <a:spLocks noGrp="1"/>
          </p:cNvSpPr>
          <p:nvPr>
            <p:ph type="sldNum" sz="quarter" idx="12"/>
          </p:nvPr>
        </p:nvSpPr>
        <p:spPr/>
        <p:txBody>
          <a:bodyPr/>
          <a:lstStyle/>
          <a:p>
            <a:pPr rtl="0"/>
            <a:fld id="{8A7A6979-0714-4377-B894-6BE4C2D6E202}" type="slidenum">
              <a:rPr lang="es-MX" noProof="0" smtClean="0"/>
              <a:t>‹Nº›</a:t>
            </a:fld>
            <a:endParaRPr lang="es-MX" noProof="0"/>
          </a:p>
        </p:txBody>
      </p:sp>
    </p:spTree>
    <p:extLst>
      <p:ext uri="{BB962C8B-B14F-4D97-AF65-F5344CB8AC3E}">
        <p14:creationId xmlns:p14="http://schemas.microsoft.com/office/powerpoint/2010/main" val="34567012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pPr rtl="0"/>
            <a:fld id="{9451DC5C-61DD-48C3-9A9B-A69DE46ED77A}" type="datetime1">
              <a:rPr lang="es-MX" noProof="0" smtClean="0"/>
              <a:t>02/10/2026</a:t>
            </a:fld>
            <a:endParaRPr lang="es-MX" noProof="0"/>
          </a:p>
        </p:txBody>
      </p:sp>
      <p:sp>
        <p:nvSpPr>
          <p:cNvPr id="5" name="Footer Placeholder 2"/>
          <p:cNvSpPr>
            <a:spLocks noGrp="1"/>
          </p:cNvSpPr>
          <p:nvPr>
            <p:ph type="ftr" sz="quarter" idx="11"/>
          </p:nvPr>
        </p:nvSpPr>
        <p:spPr/>
        <p:txBody>
          <a:bodyPr/>
          <a:lstStyle/>
          <a:p>
            <a:pPr rtl="0"/>
            <a:endParaRPr lang="es-MX" noProof="0"/>
          </a:p>
        </p:txBody>
      </p:sp>
      <p:sp>
        <p:nvSpPr>
          <p:cNvPr id="6" name="Slide Number Placeholder 3"/>
          <p:cNvSpPr>
            <a:spLocks noGrp="1"/>
          </p:cNvSpPr>
          <p:nvPr>
            <p:ph type="sldNum" sz="quarter" idx="12"/>
          </p:nvPr>
        </p:nvSpPr>
        <p:spPr/>
        <p:txBody>
          <a:bodyPr/>
          <a:lstStyle/>
          <a:p>
            <a:pPr rtl="0"/>
            <a:fld id="{8A7A6979-0714-4377-B894-6BE4C2D6E202}" type="slidenum">
              <a:rPr lang="es-MX" noProof="0" smtClean="0"/>
              <a:t>‹Nº›</a:t>
            </a:fld>
            <a:endParaRPr lang="es-MX" noProof="0"/>
          </a:p>
        </p:txBody>
      </p:sp>
    </p:spTree>
    <p:extLst>
      <p:ext uri="{BB962C8B-B14F-4D97-AF65-F5344CB8AC3E}">
        <p14:creationId xmlns:p14="http://schemas.microsoft.com/office/powerpoint/2010/main" val="2428326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s-MX"/>
              <a:t>Haz clic para modificar el estilo de título del patrón</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7" name="Date Placeholder 4"/>
          <p:cNvSpPr>
            <a:spLocks noGrp="1"/>
          </p:cNvSpPr>
          <p:nvPr>
            <p:ph type="dt" sz="half" idx="10"/>
          </p:nvPr>
        </p:nvSpPr>
        <p:spPr/>
        <p:txBody>
          <a:bodyPr/>
          <a:lstStyle/>
          <a:p>
            <a:pPr rtl="0"/>
            <a:fld id="{CF6CAE48-6BE8-4F12-B510-C76721BF3FF5}" type="datetime1">
              <a:rPr lang="es-MX" noProof="0" smtClean="0"/>
              <a:t>02/10/2026</a:t>
            </a:fld>
            <a:endParaRPr lang="es-MX" noProof="0"/>
          </a:p>
        </p:txBody>
      </p:sp>
      <p:sp>
        <p:nvSpPr>
          <p:cNvPr id="5" name="Footer Placeholder 5"/>
          <p:cNvSpPr>
            <a:spLocks noGrp="1"/>
          </p:cNvSpPr>
          <p:nvPr>
            <p:ph type="ftr" sz="quarter" idx="11"/>
          </p:nvPr>
        </p:nvSpPr>
        <p:spPr/>
        <p:txBody>
          <a:bodyPr/>
          <a:lstStyle/>
          <a:p>
            <a:pPr rtl="0"/>
            <a:endParaRPr lang="es-MX" noProof="0"/>
          </a:p>
        </p:txBody>
      </p:sp>
      <p:sp>
        <p:nvSpPr>
          <p:cNvPr id="6" name="Slide Number Placeholder 6"/>
          <p:cNvSpPr>
            <a:spLocks noGrp="1"/>
          </p:cNvSpPr>
          <p:nvPr>
            <p:ph type="sldNum" sz="quarter" idx="12"/>
          </p:nvPr>
        </p:nvSpPr>
        <p:spPr/>
        <p:txBody>
          <a:bodyPr/>
          <a:lstStyle/>
          <a:p>
            <a:pPr rtl="0"/>
            <a:fld id="{8A7A6979-0714-4377-B894-6BE4C2D6E202}" type="slidenum">
              <a:rPr lang="es-MX" noProof="0" smtClean="0"/>
              <a:t>‹Nº›</a:t>
            </a:fld>
            <a:endParaRPr lang="es-MX" noProof="0"/>
          </a:p>
        </p:txBody>
      </p:sp>
    </p:spTree>
    <p:extLst>
      <p:ext uri="{BB962C8B-B14F-4D97-AF65-F5344CB8AC3E}">
        <p14:creationId xmlns:p14="http://schemas.microsoft.com/office/powerpoint/2010/main" val="40364997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s-MX"/>
              <a:t>Haz clic para modificar el estilo de título del patrón</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MX"/>
              <a:t>Haz clic en el icono para agregar una imagen</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pPr rtl="0"/>
            <a:fld id="{3C7A6243-EDAF-4602-9428-BF69DF5650DB}" type="datetime1">
              <a:rPr lang="es-MX" noProof="0" smtClean="0"/>
              <a:t>02/10/2026</a:t>
            </a:fld>
            <a:endParaRPr lang="es-MX" noProof="0"/>
          </a:p>
        </p:txBody>
      </p:sp>
      <p:sp>
        <p:nvSpPr>
          <p:cNvPr id="6" name="Footer Placeholder 5"/>
          <p:cNvSpPr>
            <a:spLocks noGrp="1"/>
          </p:cNvSpPr>
          <p:nvPr>
            <p:ph type="ftr" sz="quarter" idx="11"/>
          </p:nvPr>
        </p:nvSpPr>
        <p:spPr/>
        <p:txBody>
          <a:bodyPr/>
          <a:lstStyle/>
          <a:p>
            <a:pPr rtl="0"/>
            <a:endParaRPr lang="es-MX" noProof="0"/>
          </a:p>
        </p:txBody>
      </p:sp>
      <p:sp>
        <p:nvSpPr>
          <p:cNvPr id="7" name="Slide Number Placeholder 6"/>
          <p:cNvSpPr>
            <a:spLocks noGrp="1"/>
          </p:cNvSpPr>
          <p:nvPr>
            <p:ph type="sldNum" sz="quarter" idx="12"/>
          </p:nvPr>
        </p:nvSpPr>
        <p:spPr/>
        <p:txBody>
          <a:bodyPr/>
          <a:lstStyle/>
          <a:p>
            <a:pPr rtl="0"/>
            <a:fld id="{8A7A6979-0714-4377-B894-6BE4C2D6E202}" type="slidenum">
              <a:rPr lang="es-MX" noProof="0" smtClean="0"/>
              <a:pPr rtl="0"/>
              <a:t>‹Nº›</a:t>
            </a:fld>
            <a:endParaRPr lang="es-MX" noProof="0"/>
          </a:p>
        </p:txBody>
      </p:sp>
    </p:spTree>
    <p:extLst>
      <p:ext uri="{BB962C8B-B14F-4D97-AF65-F5344CB8AC3E}">
        <p14:creationId xmlns:p14="http://schemas.microsoft.com/office/powerpoint/2010/main" val="21211934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s-MX"/>
              <a:t>Haz clic para modificar el estilo de título del patrón</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MX"/>
              <a:t>Haz clic en el icono para agregar una imagen</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pPr rtl="0"/>
            <a:fld id="{3C7A6243-EDAF-4602-9428-BF69DF5650DB}" type="datetime1">
              <a:rPr lang="es-MX" noProof="0" smtClean="0"/>
              <a:t>02/10/2026</a:t>
            </a:fld>
            <a:endParaRPr lang="es-MX" noProof="0"/>
          </a:p>
        </p:txBody>
      </p:sp>
      <p:sp>
        <p:nvSpPr>
          <p:cNvPr id="6" name="Footer Placeholder 5"/>
          <p:cNvSpPr>
            <a:spLocks noGrp="1"/>
          </p:cNvSpPr>
          <p:nvPr>
            <p:ph type="ftr" sz="quarter" idx="11"/>
          </p:nvPr>
        </p:nvSpPr>
        <p:spPr/>
        <p:txBody>
          <a:bodyPr/>
          <a:lstStyle/>
          <a:p>
            <a:pPr rtl="0"/>
            <a:endParaRPr lang="es-MX" noProof="0"/>
          </a:p>
        </p:txBody>
      </p:sp>
      <p:sp>
        <p:nvSpPr>
          <p:cNvPr id="7" name="Slide Number Placeholder 6"/>
          <p:cNvSpPr>
            <a:spLocks noGrp="1"/>
          </p:cNvSpPr>
          <p:nvPr>
            <p:ph type="sldNum" sz="quarter" idx="12"/>
          </p:nvPr>
        </p:nvSpPr>
        <p:spPr/>
        <p:txBody>
          <a:bodyPr/>
          <a:lstStyle/>
          <a:p>
            <a:pPr rtl="0"/>
            <a:fld id="{8A7A6979-0714-4377-B894-6BE4C2D6E202}" type="slidenum">
              <a:rPr lang="es-MX" noProof="0" smtClean="0"/>
              <a:pPr rtl="0"/>
              <a:t>‹Nº›</a:t>
            </a:fld>
            <a:endParaRPr lang="es-MX" noProof="0"/>
          </a:p>
        </p:txBody>
      </p:sp>
    </p:spTree>
    <p:extLst>
      <p:ext uri="{BB962C8B-B14F-4D97-AF65-F5344CB8AC3E}">
        <p14:creationId xmlns:p14="http://schemas.microsoft.com/office/powerpoint/2010/main" val="6441804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s-MX"/>
              <a:t>Haz clic para modificar el estilo de título del patrón</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p>
            <a:pPr rtl="0"/>
            <a:fld id="{3C7A6243-EDAF-4602-9428-BF69DF5650DB}" type="datetime1">
              <a:rPr lang="es-MX" noProof="0" smtClean="0"/>
              <a:t>02/10/2026</a:t>
            </a:fld>
            <a:endParaRPr lang="es-MX" noProof="0"/>
          </a:p>
        </p:txBody>
      </p:sp>
      <p:sp>
        <p:nvSpPr>
          <p:cNvPr id="5" name="Footer Placeholder 4"/>
          <p:cNvSpPr>
            <a:spLocks noGrp="1"/>
          </p:cNvSpPr>
          <p:nvPr>
            <p:ph type="ftr" sz="quarter" idx="11"/>
          </p:nvPr>
        </p:nvSpPr>
        <p:spPr/>
        <p:txBody>
          <a:bodyPr/>
          <a:lstStyle/>
          <a:p>
            <a:pPr rtl="0"/>
            <a:endParaRPr lang="es-MX" noProof="0"/>
          </a:p>
        </p:txBody>
      </p:sp>
      <p:sp>
        <p:nvSpPr>
          <p:cNvPr id="6" name="Slide Number Placeholder 5"/>
          <p:cNvSpPr>
            <a:spLocks noGrp="1"/>
          </p:cNvSpPr>
          <p:nvPr>
            <p:ph type="sldNum" sz="quarter" idx="12"/>
          </p:nvPr>
        </p:nvSpPr>
        <p:spPr/>
        <p:txBody>
          <a:bodyPr/>
          <a:lstStyle/>
          <a:p>
            <a:pPr rtl="0"/>
            <a:fld id="{8A7A6979-0714-4377-B894-6BE4C2D6E202}" type="slidenum">
              <a:rPr lang="es-MX" noProof="0" smtClean="0"/>
              <a:pPr rtl="0"/>
              <a:t>‹Nº›</a:t>
            </a:fld>
            <a:endParaRPr lang="es-MX" noProof="0"/>
          </a:p>
        </p:txBody>
      </p:sp>
    </p:spTree>
    <p:extLst>
      <p:ext uri="{BB962C8B-B14F-4D97-AF65-F5344CB8AC3E}">
        <p14:creationId xmlns:p14="http://schemas.microsoft.com/office/powerpoint/2010/main" val="278989195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s-MX"/>
              <a:t>Haz clic para modificar el estilo de título del patrón</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s-MX"/>
              <a:t>Haga clic para modificar los estilos de texto del patrón</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p>
            <a:pPr rtl="0"/>
            <a:fld id="{3C7A6243-EDAF-4602-9428-BF69DF5650DB}" type="datetime1">
              <a:rPr lang="es-MX" noProof="0" smtClean="0"/>
              <a:t>02/10/2026</a:t>
            </a:fld>
            <a:endParaRPr lang="es-MX" noProof="0"/>
          </a:p>
        </p:txBody>
      </p:sp>
      <p:sp>
        <p:nvSpPr>
          <p:cNvPr id="5" name="Footer Placeholder 4"/>
          <p:cNvSpPr>
            <a:spLocks noGrp="1"/>
          </p:cNvSpPr>
          <p:nvPr>
            <p:ph type="ftr" sz="quarter" idx="11"/>
          </p:nvPr>
        </p:nvSpPr>
        <p:spPr/>
        <p:txBody>
          <a:bodyPr/>
          <a:lstStyle/>
          <a:p>
            <a:pPr rtl="0"/>
            <a:endParaRPr lang="es-MX" noProof="0"/>
          </a:p>
        </p:txBody>
      </p:sp>
      <p:sp>
        <p:nvSpPr>
          <p:cNvPr id="6" name="Slide Number Placeholder 5"/>
          <p:cNvSpPr>
            <a:spLocks noGrp="1"/>
          </p:cNvSpPr>
          <p:nvPr>
            <p:ph type="sldNum" sz="quarter" idx="12"/>
          </p:nvPr>
        </p:nvSpPr>
        <p:spPr/>
        <p:txBody>
          <a:bodyPr/>
          <a:lstStyle/>
          <a:p>
            <a:pPr rtl="0"/>
            <a:fld id="{8A7A6979-0714-4377-B894-6BE4C2D6E202}" type="slidenum">
              <a:rPr lang="es-MX" noProof="0" smtClean="0"/>
              <a:pPr rtl="0"/>
              <a:t>‹Nº›</a:t>
            </a:fld>
            <a:endParaRPr lang="es-MX" noProof="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485851804"/>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p>
            <a:pPr rtl="0"/>
            <a:fld id="{3C7A6243-EDAF-4602-9428-BF69DF5650DB}" type="datetime1">
              <a:rPr lang="es-MX" noProof="0" smtClean="0"/>
              <a:t>02/10/2026</a:t>
            </a:fld>
            <a:endParaRPr lang="es-MX" noProof="0"/>
          </a:p>
        </p:txBody>
      </p:sp>
      <p:sp>
        <p:nvSpPr>
          <p:cNvPr id="5" name="Footer Placeholder 4"/>
          <p:cNvSpPr>
            <a:spLocks noGrp="1"/>
          </p:cNvSpPr>
          <p:nvPr>
            <p:ph type="ftr" sz="quarter" idx="11"/>
          </p:nvPr>
        </p:nvSpPr>
        <p:spPr/>
        <p:txBody>
          <a:bodyPr/>
          <a:lstStyle/>
          <a:p>
            <a:pPr rtl="0"/>
            <a:endParaRPr lang="es-MX" noProof="0"/>
          </a:p>
        </p:txBody>
      </p:sp>
      <p:sp>
        <p:nvSpPr>
          <p:cNvPr id="6" name="Slide Number Placeholder 5"/>
          <p:cNvSpPr>
            <a:spLocks noGrp="1"/>
          </p:cNvSpPr>
          <p:nvPr>
            <p:ph type="sldNum" sz="quarter" idx="12"/>
          </p:nvPr>
        </p:nvSpPr>
        <p:spPr/>
        <p:txBody>
          <a:bodyPr/>
          <a:lstStyle/>
          <a:p>
            <a:pPr rtl="0"/>
            <a:fld id="{8A7A6979-0714-4377-B894-6BE4C2D6E202}" type="slidenum">
              <a:rPr lang="es-MX" noProof="0" smtClean="0"/>
              <a:pPr rtl="0"/>
              <a:t>‹Nº›</a:t>
            </a:fld>
            <a:endParaRPr lang="es-MX" noProof="0"/>
          </a:p>
        </p:txBody>
      </p:sp>
    </p:spTree>
    <p:extLst>
      <p:ext uri="{BB962C8B-B14F-4D97-AF65-F5344CB8AC3E}">
        <p14:creationId xmlns:p14="http://schemas.microsoft.com/office/powerpoint/2010/main" val="332345419"/>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pPr rtl="0"/>
            <a:fld id="{3C7A6243-EDAF-4602-9428-BF69DF5650DB}" type="datetime1">
              <a:rPr lang="es-MX" noProof="0" smtClean="0"/>
              <a:t>02/10/2026</a:t>
            </a:fld>
            <a:endParaRPr lang="es-MX" noProof="0"/>
          </a:p>
        </p:txBody>
      </p:sp>
      <p:sp>
        <p:nvSpPr>
          <p:cNvPr id="4" name="Footer Placeholder 4"/>
          <p:cNvSpPr>
            <a:spLocks noGrp="1"/>
          </p:cNvSpPr>
          <p:nvPr>
            <p:ph type="ftr" sz="quarter" idx="11"/>
          </p:nvPr>
        </p:nvSpPr>
        <p:spPr/>
        <p:txBody>
          <a:bodyPr/>
          <a:lstStyle/>
          <a:p>
            <a:pPr rtl="0"/>
            <a:endParaRPr lang="es-MX" noProof="0"/>
          </a:p>
        </p:txBody>
      </p:sp>
      <p:sp>
        <p:nvSpPr>
          <p:cNvPr id="6" name="Slide Number Placeholder 5"/>
          <p:cNvSpPr>
            <a:spLocks noGrp="1"/>
          </p:cNvSpPr>
          <p:nvPr>
            <p:ph type="sldNum" sz="quarter" idx="12"/>
          </p:nvPr>
        </p:nvSpPr>
        <p:spPr/>
        <p:txBody>
          <a:bodyPr/>
          <a:lstStyle/>
          <a:p>
            <a:pPr rtl="0"/>
            <a:fld id="{8A7A6979-0714-4377-B894-6BE4C2D6E202}" type="slidenum">
              <a:rPr lang="es-MX" noProof="0" smtClean="0"/>
              <a:pPr rtl="0"/>
              <a:t>‹Nº›</a:t>
            </a:fld>
            <a:endParaRPr lang="es-MX" noProof="0"/>
          </a:p>
        </p:txBody>
      </p:sp>
    </p:spTree>
    <p:extLst>
      <p:ext uri="{BB962C8B-B14F-4D97-AF65-F5344CB8AC3E}">
        <p14:creationId xmlns:p14="http://schemas.microsoft.com/office/powerpoint/2010/main" val="3867365259"/>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MX"/>
              <a:t>Haz clic en el icono para agregar una imagen</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MX"/>
              <a:t>Haz clic en el icono para agregar una imagen</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MX"/>
              <a:t>Haz clic en el icono para agregar una imagen</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pPr rtl="0"/>
            <a:fld id="{3C7A6243-EDAF-4602-9428-BF69DF5650DB}" type="datetime1">
              <a:rPr lang="es-MX" noProof="0" smtClean="0"/>
              <a:t>02/10/2026</a:t>
            </a:fld>
            <a:endParaRPr lang="es-MX" noProof="0"/>
          </a:p>
        </p:txBody>
      </p:sp>
      <p:sp>
        <p:nvSpPr>
          <p:cNvPr id="4" name="Footer Placeholder 4"/>
          <p:cNvSpPr>
            <a:spLocks noGrp="1"/>
          </p:cNvSpPr>
          <p:nvPr>
            <p:ph type="ftr" sz="quarter" idx="11"/>
          </p:nvPr>
        </p:nvSpPr>
        <p:spPr/>
        <p:txBody>
          <a:bodyPr/>
          <a:lstStyle/>
          <a:p>
            <a:pPr rtl="0"/>
            <a:endParaRPr lang="es-MX" noProof="0"/>
          </a:p>
        </p:txBody>
      </p:sp>
      <p:sp>
        <p:nvSpPr>
          <p:cNvPr id="6" name="Slide Number Placeholder 5"/>
          <p:cNvSpPr>
            <a:spLocks noGrp="1"/>
          </p:cNvSpPr>
          <p:nvPr>
            <p:ph type="sldNum" sz="quarter" idx="12"/>
          </p:nvPr>
        </p:nvSpPr>
        <p:spPr/>
        <p:txBody>
          <a:bodyPr/>
          <a:lstStyle/>
          <a:p>
            <a:pPr rtl="0"/>
            <a:fld id="{8A7A6979-0714-4377-B894-6BE4C2D6E202}" type="slidenum">
              <a:rPr lang="es-MX" noProof="0" smtClean="0"/>
              <a:pPr rtl="0"/>
              <a:t>‹Nº›</a:t>
            </a:fld>
            <a:endParaRPr lang="es-MX" noProof="0"/>
          </a:p>
        </p:txBody>
      </p:sp>
    </p:spTree>
    <p:extLst>
      <p:ext uri="{BB962C8B-B14F-4D97-AF65-F5344CB8AC3E}">
        <p14:creationId xmlns:p14="http://schemas.microsoft.com/office/powerpoint/2010/main" val="3742750386"/>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nchorCtr="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pPr rtl="0"/>
            <a:fld id="{D008E10F-89D0-4085-9A29-D8CE199A12D9}" type="datetime1">
              <a:rPr lang="es-MX" noProof="0" smtClean="0"/>
              <a:t>02/10/2026</a:t>
            </a:fld>
            <a:endParaRPr lang="es-MX" noProof="0"/>
          </a:p>
        </p:txBody>
      </p:sp>
      <p:sp>
        <p:nvSpPr>
          <p:cNvPr id="5" name="Footer Placeholder 4"/>
          <p:cNvSpPr>
            <a:spLocks noGrp="1"/>
          </p:cNvSpPr>
          <p:nvPr>
            <p:ph type="ftr" sz="quarter" idx="11"/>
          </p:nvPr>
        </p:nvSpPr>
        <p:spPr/>
        <p:txBody>
          <a:bodyPr/>
          <a:lstStyle/>
          <a:p>
            <a:pPr rtl="0"/>
            <a:endParaRPr lang="es-MX" noProof="0"/>
          </a:p>
        </p:txBody>
      </p:sp>
      <p:sp>
        <p:nvSpPr>
          <p:cNvPr id="6" name="Slide Number Placeholder 5"/>
          <p:cNvSpPr>
            <a:spLocks noGrp="1"/>
          </p:cNvSpPr>
          <p:nvPr>
            <p:ph type="sldNum" sz="quarter" idx="12"/>
          </p:nvPr>
        </p:nvSpPr>
        <p:spPr/>
        <p:txBody>
          <a:bodyPr/>
          <a:lstStyle/>
          <a:p>
            <a:pPr rtl="0"/>
            <a:fld id="{8A7A6979-0714-4377-B894-6BE4C2D6E202}" type="slidenum">
              <a:rPr lang="es-MX" noProof="0" smtClean="0"/>
              <a:t>‹Nº›</a:t>
            </a:fld>
            <a:endParaRPr lang="es-MX" noProof="0"/>
          </a:p>
        </p:txBody>
      </p:sp>
    </p:spTree>
    <p:extLst>
      <p:ext uri="{BB962C8B-B14F-4D97-AF65-F5344CB8AC3E}">
        <p14:creationId xmlns:p14="http://schemas.microsoft.com/office/powerpoint/2010/main" val="9895028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pPr rtl="0"/>
            <a:fld id="{8BD26467-AC2C-4331-9887-A42FA94B44DE}" type="datetime1">
              <a:rPr lang="es-MX" noProof="0" smtClean="0"/>
              <a:t>02/10/2026</a:t>
            </a:fld>
            <a:endParaRPr lang="es-MX" noProof="0"/>
          </a:p>
        </p:txBody>
      </p:sp>
      <p:sp>
        <p:nvSpPr>
          <p:cNvPr id="5" name="Footer Placeholder 4"/>
          <p:cNvSpPr>
            <a:spLocks noGrp="1"/>
          </p:cNvSpPr>
          <p:nvPr>
            <p:ph type="ftr" sz="quarter" idx="11"/>
          </p:nvPr>
        </p:nvSpPr>
        <p:spPr/>
        <p:txBody>
          <a:bodyPr/>
          <a:lstStyle/>
          <a:p>
            <a:pPr rtl="0"/>
            <a:endParaRPr lang="es-MX" noProof="0"/>
          </a:p>
        </p:txBody>
      </p:sp>
      <p:sp>
        <p:nvSpPr>
          <p:cNvPr id="6" name="Slide Number Placeholder 5"/>
          <p:cNvSpPr>
            <a:spLocks noGrp="1"/>
          </p:cNvSpPr>
          <p:nvPr>
            <p:ph type="sldNum" sz="quarter" idx="12"/>
          </p:nvPr>
        </p:nvSpPr>
        <p:spPr/>
        <p:txBody>
          <a:bodyPr/>
          <a:lstStyle/>
          <a:p>
            <a:pPr rtl="0"/>
            <a:fld id="{8A7A6979-0714-4377-B894-6BE4C2D6E202}" type="slidenum">
              <a:rPr lang="es-MX" noProof="0" smtClean="0"/>
              <a:t>‹Nº›</a:t>
            </a:fld>
            <a:endParaRPr lang="es-MX" noProof="0"/>
          </a:p>
        </p:txBody>
      </p:sp>
    </p:spTree>
    <p:extLst>
      <p:ext uri="{BB962C8B-B14F-4D97-AF65-F5344CB8AC3E}">
        <p14:creationId xmlns:p14="http://schemas.microsoft.com/office/powerpoint/2010/main" val="15601275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pPr rtl="0"/>
            <a:fld id="{3C7A6243-EDAF-4602-9428-BF69DF5650DB}" type="datetime1">
              <a:rPr lang="es-MX" noProof="0" smtClean="0"/>
              <a:t>02/10/2026</a:t>
            </a:fld>
            <a:endParaRPr lang="es-MX" noProof="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pPr rtl="0"/>
            <a:endParaRPr lang="es-MX" noProof="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pPr rtl="0"/>
            <a:fld id="{8A7A6979-0714-4377-B894-6BE4C2D6E202}" type="slidenum">
              <a:rPr lang="es-MX" noProof="0" smtClean="0"/>
              <a:pPr rtl="0"/>
              <a:t>‹Nº›</a:t>
            </a:fld>
            <a:endParaRPr lang="es-MX" noProof="0"/>
          </a:p>
        </p:txBody>
      </p:sp>
    </p:spTree>
    <p:extLst>
      <p:ext uri="{BB962C8B-B14F-4D97-AF65-F5344CB8AC3E}">
        <p14:creationId xmlns:p14="http://schemas.microsoft.com/office/powerpoint/2010/main" val="222707292"/>
      </p:ext>
    </p:extLst>
  </p:cSld>
  <p:clrMap bg1="dk1" tx1="lt1" bg2="dk2" tx2="lt2" accent1="accent1" accent2="accent2" accent3="accent3" accent4="accent4" accent5="accent5" accent6="accent6" hlink="hlink" folHlink="folHlink"/>
  <p:sldLayoutIdLst>
    <p:sldLayoutId id="2147483871" r:id="rId1"/>
    <p:sldLayoutId id="2147483872" r:id="rId2"/>
    <p:sldLayoutId id="2147483873" r:id="rId3"/>
    <p:sldLayoutId id="2147483874" r:id="rId4"/>
    <p:sldLayoutId id="2147483875" r:id="rId5"/>
    <p:sldLayoutId id="2147483876" r:id="rId6"/>
    <p:sldLayoutId id="2147483877" r:id="rId7"/>
    <p:sldLayoutId id="2147483878" r:id="rId8"/>
    <p:sldLayoutId id="2147483879" r:id="rId9"/>
    <p:sldLayoutId id="2147483880" r:id="rId10"/>
    <p:sldLayoutId id="2147483881" r:id="rId11"/>
    <p:sldLayoutId id="2147483882" r:id="rId12"/>
    <p:sldLayoutId id="2147483883" r:id="rId13"/>
    <p:sldLayoutId id="2147483884" r:id="rId14"/>
    <p:sldLayoutId id="2147483885" r:id="rId15"/>
    <p:sldLayoutId id="2147483886" r:id="rId16"/>
    <p:sldLayoutId id="2147483887"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7" Type="http://schemas.microsoft.com/office/2007/relationships/hdphoto" Target="../media/hdphoto3.wdp"/><Relationship Id="rId2" Type="http://schemas.openxmlformats.org/officeDocument/2006/relationships/image" Target="../media/image6.png"/><Relationship Id="rId1" Type="http://schemas.openxmlformats.org/officeDocument/2006/relationships/slideLayout" Target="../slideLayouts/slideLayout9.xml"/><Relationship Id="rId6" Type="http://schemas.openxmlformats.org/officeDocument/2006/relationships/image" Target="../media/image8.png"/><Relationship Id="rId5" Type="http://schemas.microsoft.com/office/2007/relationships/hdphoto" Target="../media/hdphoto2.wdp"/><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9.xml"/><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9.xml"/><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9.xml"/><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jpeg"/><Relationship Id="rId1" Type="http://schemas.openxmlformats.org/officeDocument/2006/relationships/slideLayout" Target="../slideLayouts/slideLayout9.xml"/><Relationship Id="rId4" Type="http://schemas.openxmlformats.org/officeDocument/2006/relationships/image" Target="../media/image24.jpeg"/></Relationships>
</file>

<file path=ppt/slides/_rels/slide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1.jpe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8" Type="http://schemas.openxmlformats.org/officeDocument/2006/relationships/image" Target="../media/image27.jpeg"/><Relationship Id="rId3" Type="http://schemas.openxmlformats.org/officeDocument/2006/relationships/image" Target="../media/image2.png"/><Relationship Id="rId7" Type="http://schemas.openxmlformats.org/officeDocument/2006/relationships/image" Target="../media/image26.png"/><Relationship Id="rId2" Type="http://schemas.openxmlformats.org/officeDocument/2006/relationships/image" Target="../media/image1.jpeg"/><Relationship Id="rId1" Type="http://schemas.openxmlformats.org/officeDocument/2006/relationships/slideLayout" Target="../slideLayouts/slideLayout9.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28.png"/><Relationship Id="rId4" Type="http://schemas.openxmlformats.org/officeDocument/2006/relationships/image" Target="../media/image3.png"/><Relationship Id="rId9" Type="http://schemas.openxmlformats.org/officeDocument/2006/relationships/image" Target="../media/image2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E24F9E26-F202-9B86-DB1F-C0A6212A7CC2}"/>
              </a:ext>
            </a:extLst>
          </p:cNvPr>
          <p:cNvSpPr/>
          <p:nvPr/>
        </p:nvSpPr>
        <p:spPr>
          <a:xfrm>
            <a:off x="0" y="0"/>
            <a:ext cx="2219325" cy="1133475"/>
          </a:xfrm>
          <a:prstGeom prst="rect">
            <a:avLst/>
          </a:prstGeom>
          <a:blipFill dpi="0" rotWithShape="1">
            <a:blip r:embed="rId2">
              <a:extLst>
                <a:ext uri="{BEBA8EAE-BF5A-486C-A8C5-ECC9F3942E4B}">
                  <a14:imgProps xmlns:a14="http://schemas.microsoft.com/office/drawing/2010/main">
                    <a14:imgLayer r:embed="rId3">
                      <a14:imgEffect>
                        <a14:sharpenSoften amount="19000"/>
                      </a14:imgEffect>
                      <a14:imgEffect>
                        <a14:saturation sat="400000"/>
                      </a14:imgEffect>
                    </a14:imgLayer>
                  </a14:imgProps>
                </a:ext>
              </a:extLst>
            </a:blip>
            <a:srcRect/>
            <a:stretch>
              <a:fillRect l="-7000" r="-7000"/>
            </a:stretch>
          </a:blipFill>
          <a:ln>
            <a:noFill/>
          </a:ln>
          <a:effectLst>
            <a:glow>
              <a:schemeClr val="accent1">
                <a:alpha val="40000"/>
              </a:schemeClr>
            </a:glow>
            <a:outerShdw blurRad="50800" dist="50800" dir="5400000" algn="ctr" rotWithShape="0">
              <a:srgbClr val="000000">
                <a:alpha val="0"/>
              </a:srgbClr>
            </a:outerShdw>
          </a:effectLst>
        </p:spPr>
        <p:style>
          <a:lnRef idx="3">
            <a:schemeClr val="lt1"/>
          </a:lnRef>
          <a:fillRef idx="1">
            <a:schemeClr val="accent1"/>
          </a:fillRef>
          <a:effectRef idx="1">
            <a:schemeClr val="accent1"/>
          </a:effectRef>
          <a:fontRef idx="minor">
            <a:schemeClr val="lt1"/>
          </a:fontRef>
        </p:style>
        <p:txBody>
          <a:bodyPr rtlCol="0" anchor="ctr"/>
          <a:lstStyle/>
          <a:p>
            <a:pPr algn="ctr"/>
            <a:endParaRPr lang="es-MX"/>
          </a:p>
        </p:txBody>
      </p:sp>
      <p:sp>
        <p:nvSpPr>
          <p:cNvPr id="5" name="Rectángulo 4">
            <a:extLst>
              <a:ext uri="{FF2B5EF4-FFF2-40B4-BE49-F238E27FC236}">
                <a16:creationId xmlns:a16="http://schemas.microsoft.com/office/drawing/2014/main" id="{FFCC94F4-C31E-F9F5-35C7-0650F571CA8B}"/>
              </a:ext>
            </a:extLst>
          </p:cNvPr>
          <p:cNvSpPr/>
          <p:nvPr/>
        </p:nvSpPr>
        <p:spPr>
          <a:xfrm>
            <a:off x="-32057" y="5788284"/>
            <a:ext cx="2219325" cy="1586090"/>
          </a:xfrm>
          <a:prstGeom prst="rect">
            <a:avLst/>
          </a:prstGeom>
          <a:blipFill dpi="0" rotWithShape="1">
            <a:blip r:embed="rId4">
              <a:extLst>
                <a:ext uri="{BEBA8EAE-BF5A-486C-A8C5-ECC9F3942E4B}">
                  <a14:imgProps xmlns:a14="http://schemas.microsoft.com/office/drawing/2010/main">
                    <a14:imgLayer r:embed="rId5">
                      <a14:imgEffect>
                        <a14:saturation sat="399000"/>
                      </a14:imgEffect>
                    </a14:imgLayer>
                  </a14:imgProps>
                </a:ext>
              </a:extLst>
            </a:blip>
            <a:srcRect/>
            <a:stretch>
              <a:fillRect l="-7000" r="-7000"/>
            </a:stretch>
          </a:blipFill>
          <a:ln>
            <a:noFill/>
          </a:ln>
          <a:effectLst>
            <a:outerShdw blurRad="50800" dist="50800" dir="5400000" sx="1000" sy="1000" algn="ctr" rotWithShape="0">
              <a:srgbClr val="000000">
                <a:alpha val="0"/>
              </a:srgbClr>
            </a:outerShdw>
          </a:effectLst>
        </p:spPr>
        <p:style>
          <a:lnRef idx="3">
            <a:schemeClr val="lt1"/>
          </a:lnRef>
          <a:fillRef idx="1">
            <a:schemeClr val="accent1"/>
          </a:fillRef>
          <a:effectRef idx="1">
            <a:schemeClr val="accent1"/>
          </a:effectRef>
          <a:fontRef idx="minor">
            <a:schemeClr val="lt1"/>
          </a:fontRef>
        </p:style>
        <p:txBody>
          <a:bodyPr rtlCol="0" anchor="ctr"/>
          <a:lstStyle/>
          <a:p>
            <a:pPr algn="ctr"/>
            <a:endParaRPr lang="es-MX"/>
          </a:p>
        </p:txBody>
      </p:sp>
      <p:sp>
        <p:nvSpPr>
          <p:cNvPr id="6" name="Rectángulo 5">
            <a:extLst>
              <a:ext uri="{FF2B5EF4-FFF2-40B4-BE49-F238E27FC236}">
                <a16:creationId xmlns:a16="http://schemas.microsoft.com/office/drawing/2014/main" id="{929B78F6-9546-C7CD-6A9E-62A746841581}"/>
              </a:ext>
            </a:extLst>
          </p:cNvPr>
          <p:cNvSpPr/>
          <p:nvPr/>
        </p:nvSpPr>
        <p:spPr>
          <a:xfrm>
            <a:off x="9972675" y="0"/>
            <a:ext cx="2219325" cy="1133475"/>
          </a:xfrm>
          <a:prstGeom prst="rect">
            <a:avLst/>
          </a:prstGeom>
          <a:blipFill dpi="0" rotWithShape="1">
            <a:blip r:embed="rId6">
              <a:extLst>
                <a:ext uri="{BEBA8EAE-BF5A-486C-A8C5-ECC9F3942E4B}">
                  <a14:imgProps xmlns:a14="http://schemas.microsoft.com/office/drawing/2010/main">
                    <a14:imgLayer r:embed="rId7">
                      <a14:imgEffect>
                        <a14:saturation sat="400000"/>
                      </a14:imgEffect>
                      <a14:imgEffect>
                        <a14:brightnessContrast bright="-4000"/>
                      </a14:imgEffect>
                    </a14:imgLayer>
                  </a14:imgProps>
                </a:ext>
              </a:extLst>
            </a:blip>
            <a:srcRect/>
            <a:stretch>
              <a:fillRect l="-7000" r="-7000"/>
            </a:stretch>
          </a:blipFill>
          <a:ln>
            <a:noFill/>
          </a:ln>
          <a:effectLst>
            <a:glow>
              <a:schemeClr val="accent1">
                <a:alpha val="40000"/>
              </a:schemeClr>
            </a:glow>
            <a:outerShdw blurRad="63500" dist="50800" dir="5400000" algn="ctr" rotWithShape="0">
              <a:srgbClr val="000000">
                <a:alpha val="0"/>
              </a:srgbClr>
            </a:outerShdw>
          </a:effectLst>
        </p:spPr>
        <p:style>
          <a:lnRef idx="3">
            <a:schemeClr val="lt1"/>
          </a:lnRef>
          <a:fillRef idx="1">
            <a:schemeClr val="accent1"/>
          </a:fillRef>
          <a:effectRef idx="1">
            <a:schemeClr val="accent1"/>
          </a:effectRef>
          <a:fontRef idx="minor">
            <a:schemeClr val="lt1"/>
          </a:fontRef>
        </p:style>
        <p:txBody>
          <a:bodyPr rtlCol="0" anchor="ctr"/>
          <a:lstStyle/>
          <a:p>
            <a:pPr algn="ctr"/>
            <a:endParaRPr lang="es-MX"/>
          </a:p>
        </p:txBody>
      </p:sp>
      <p:sp>
        <p:nvSpPr>
          <p:cNvPr id="7" name="CuadroTexto 6">
            <a:extLst>
              <a:ext uri="{FF2B5EF4-FFF2-40B4-BE49-F238E27FC236}">
                <a16:creationId xmlns:a16="http://schemas.microsoft.com/office/drawing/2014/main" id="{3B47F893-AAC5-7774-C09E-057C6B92FF6F}"/>
              </a:ext>
            </a:extLst>
          </p:cNvPr>
          <p:cNvSpPr txBox="1"/>
          <p:nvPr/>
        </p:nvSpPr>
        <p:spPr>
          <a:xfrm>
            <a:off x="3027961" y="613076"/>
            <a:ext cx="5558807" cy="338554"/>
          </a:xfrm>
          <a:prstGeom prst="rect">
            <a:avLst/>
          </a:prstGeom>
          <a:noFill/>
        </p:spPr>
        <p:txBody>
          <a:bodyPr wrap="square" rtlCol="0">
            <a:spAutoFit/>
          </a:bodyPr>
          <a:lstStyle/>
          <a:p>
            <a:r>
              <a:rPr lang="es-MX" sz="1600" b="1" dirty="0">
                <a:latin typeface="Arial" panose="020B0604020202020204" pitchFamily="34" charset="0"/>
                <a:cs typeface="Arial" panose="020B0604020202020204" pitchFamily="34" charset="0"/>
              </a:rPr>
              <a:t>INSTITUTO TECNOLÒGICO DE FRONTERA COMALAPA</a:t>
            </a:r>
          </a:p>
        </p:txBody>
      </p:sp>
      <p:sp>
        <p:nvSpPr>
          <p:cNvPr id="8" name="CuadroTexto 7">
            <a:extLst>
              <a:ext uri="{FF2B5EF4-FFF2-40B4-BE49-F238E27FC236}">
                <a16:creationId xmlns:a16="http://schemas.microsoft.com/office/drawing/2014/main" id="{09B26ED1-5D18-8F75-5997-F69CAD99FC1D}"/>
              </a:ext>
            </a:extLst>
          </p:cNvPr>
          <p:cNvSpPr txBox="1"/>
          <p:nvPr/>
        </p:nvSpPr>
        <p:spPr>
          <a:xfrm>
            <a:off x="4697582" y="1133475"/>
            <a:ext cx="2559036" cy="338554"/>
          </a:xfrm>
          <a:prstGeom prst="rect">
            <a:avLst/>
          </a:prstGeom>
          <a:noFill/>
        </p:spPr>
        <p:txBody>
          <a:bodyPr wrap="square" rtlCol="0">
            <a:spAutoFit/>
          </a:bodyPr>
          <a:lstStyle/>
          <a:p>
            <a:r>
              <a:rPr lang="es-MX" sz="1600" b="1" dirty="0">
                <a:latin typeface="Arial" panose="020B0604020202020204" pitchFamily="34" charset="0"/>
                <a:cs typeface="Arial" panose="020B0604020202020204" pitchFamily="34" charset="0"/>
              </a:rPr>
              <a:t>QUINTO SEMESTRE</a:t>
            </a:r>
          </a:p>
        </p:txBody>
      </p:sp>
      <p:sp>
        <p:nvSpPr>
          <p:cNvPr id="9" name="CuadroTexto 8">
            <a:extLst>
              <a:ext uri="{FF2B5EF4-FFF2-40B4-BE49-F238E27FC236}">
                <a16:creationId xmlns:a16="http://schemas.microsoft.com/office/drawing/2014/main" id="{10203422-ED72-B222-6802-218069D6E875}"/>
              </a:ext>
            </a:extLst>
          </p:cNvPr>
          <p:cNvSpPr txBox="1"/>
          <p:nvPr/>
        </p:nvSpPr>
        <p:spPr>
          <a:xfrm>
            <a:off x="3384747" y="1688105"/>
            <a:ext cx="5010538" cy="338554"/>
          </a:xfrm>
          <a:prstGeom prst="rect">
            <a:avLst/>
          </a:prstGeom>
          <a:noFill/>
        </p:spPr>
        <p:txBody>
          <a:bodyPr wrap="square" rtlCol="0">
            <a:spAutoFit/>
          </a:bodyPr>
          <a:lstStyle/>
          <a:p>
            <a:r>
              <a:rPr lang="es-MX" sz="1600" b="1" dirty="0">
                <a:latin typeface="Arial" panose="020B0604020202020204" pitchFamily="34" charset="0"/>
                <a:cs typeface="Arial" panose="020B0604020202020204" pitchFamily="34" charset="0"/>
              </a:rPr>
              <a:t>INGENIERÌA EN SISTEMAS COMPUTACIONALES</a:t>
            </a:r>
          </a:p>
        </p:txBody>
      </p:sp>
      <p:sp>
        <p:nvSpPr>
          <p:cNvPr id="10" name="CuadroTexto 9">
            <a:extLst>
              <a:ext uri="{FF2B5EF4-FFF2-40B4-BE49-F238E27FC236}">
                <a16:creationId xmlns:a16="http://schemas.microsoft.com/office/drawing/2014/main" id="{BB875B60-111E-6685-F4FC-865EE1C7AEA3}"/>
              </a:ext>
            </a:extLst>
          </p:cNvPr>
          <p:cNvSpPr txBox="1"/>
          <p:nvPr/>
        </p:nvSpPr>
        <p:spPr>
          <a:xfrm>
            <a:off x="3687097" y="2320855"/>
            <a:ext cx="6285577" cy="338554"/>
          </a:xfrm>
          <a:prstGeom prst="rect">
            <a:avLst/>
          </a:prstGeom>
          <a:noFill/>
        </p:spPr>
        <p:txBody>
          <a:bodyPr wrap="square" rtlCol="0">
            <a:spAutoFit/>
          </a:bodyPr>
          <a:lstStyle/>
          <a:p>
            <a:r>
              <a:rPr lang="es-MX" sz="1600" b="1" dirty="0">
                <a:latin typeface="Arial" panose="020B0604020202020204" pitchFamily="34" charset="0"/>
                <a:cs typeface="Arial" panose="020B0604020202020204" pitchFamily="34" charset="0"/>
              </a:rPr>
              <a:t>MATERIA: SIMULACIÓN</a:t>
            </a:r>
          </a:p>
        </p:txBody>
      </p:sp>
      <p:sp>
        <p:nvSpPr>
          <p:cNvPr id="11" name="Título 1">
            <a:extLst>
              <a:ext uri="{FF2B5EF4-FFF2-40B4-BE49-F238E27FC236}">
                <a16:creationId xmlns:a16="http://schemas.microsoft.com/office/drawing/2014/main" id="{F777CBC1-45D4-56C8-1571-571402FC4399}"/>
              </a:ext>
            </a:extLst>
          </p:cNvPr>
          <p:cNvSpPr txBox="1">
            <a:spLocks/>
          </p:cNvSpPr>
          <p:nvPr/>
        </p:nvSpPr>
        <p:spPr>
          <a:xfrm>
            <a:off x="2213275" y="2908668"/>
            <a:ext cx="7213754" cy="886649"/>
          </a:xfrm>
          <a:prstGeom prst="rect">
            <a:avLst/>
          </a:prstGeom>
        </p:spPr>
        <p:txBody>
          <a:bodyPr vert="horz" lIns="91440" tIns="45720" rIns="91440" bIns="45720" rtlCol="0" anchor="b">
            <a:normAutofit/>
          </a:bodyPr>
          <a:lstStyle>
            <a:lvl1pPr algn="l" defTabSz="457200" rtl="0" eaLnBrk="1" latinLnBrk="0" hangingPunct="1">
              <a:spcBef>
                <a:spcPct val="0"/>
              </a:spcBef>
              <a:buNone/>
              <a:defRPr sz="36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s-MX" sz="1600" b="1" dirty="0">
                <a:solidFill>
                  <a:schemeClr val="tx1"/>
                </a:solidFill>
                <a:latin typeface="Arial" panose="020B0604020202020204" pitchFamily="34" charset="0"/>
                <a:cs typeface="Arial" panose="020B0604020202020204" pitchFamily="34" charset="0"/>
              </a:rPr>
              <a:t>ACTIVIDAD:</a:t>
            </a:r>
            <a:br>
              <a:rPr lang="es-MX" sz="1600" b="1" dirty="0">
                <a:solidFill>
                  <a:schemeClr val="tx1"/>
                </a:solidFill>
                <a:latin typeface="Arial" panose="020B0604020202020204" pitchFamily="34" charset="0"/>
                <a:cs typeface="Arial" panose="020B0604020202020204" pitchFamily="34" charset="0"/>
              </a:rPr>
            </a:br>
            <a:br>
              <a:rPr lang="es-MX" sz="1600" b="1" dirty="0">
                <a:solidFill>
                  <a:schemeClr val="tx1"/>
                </a:solidFill>
                <a:latin typeface="Arial" panose="020B0604020202020204" pitchFamily="34" charset="0"/>
                <a:cs typeface="Arial" panose="020B0604020202020204" pitchFamily="34" charset="0"/>
              </a:rPr>
            </a:br>
            <a:r>
              <a:rPr lang="es-MX" sz="1600" b="1" dirty="0">
                <a:solidFill>
                  <a:schemeClr val="tx1"/>
                </a:solidFill>
                <a:latin typeface="Arial" panose="020B0604020202020204" pitchFamily="34" charset="0"/>
                <a:cs typeface="Arial" panose="020B0604020202020204" pitchFamily="34" charset="0"/>
              </a:rPr>
              <a:t>BANCO DE EJERCICIOS. </a:t>
            </a:r>
          </a:p>
        </p:txBody>
      </p:sp>
      <p:sp>
        <p:nvSpPr>
          <p:cNvPr id="12" name="Subtítulo 2">
            <a:extLst>
              <a:ext uri="{FF2B5EF4-FFF2-40B4-BE49-F238E27FC236}">
                <a16:creationId xmlns:a16="http://schemas.microsoft.com/office/drawing/2014/main" id="{F274C131-E11B-2225-0AEA-7724E07DC7CB}"/>
              </a:ext>
            </a:extLst>
          </p:cNvPr>
          <p:cNvSpPr txBox="1">
            <a:spLocks/>
          </p:cNvSpPr>
          <p:nvPr/>
        </p:nvSpPr>
        <p:spPr>
          <a:xfrm>
            <a:off x="2909757" y="4478860"/>
            <a:ext cx="7333699" cy="1586090"/>
          </a:xfrm>
          <a:prstGeom prst="roundRect">
            <a:avLst>
              <a:gd name="adj" fmla="val 1858"/>
            </a:avLst>
          </a:prstGeom>
          <a:effectLst>
            <a:outerShdw blurRad="50800" dist="50800" dir="5400000" algn="tl" rotWithShape="0">
              <a:srgbClr val="000000">
                <a:alpha val="43000"/>
              </a:srgbClr>
            </a:outerShdw>
          </a:effectLst>
        </p:spPr>
        <p:txBody>
          <a:bodyPr vert="horz" lIns="91440" tIns="45720" rIns="91440" bIns="45720" rtlCol="0" anchor="t">
            <a:normAutofit fontScale="92500"/>
          </a:bodyPr>
          <a:lstStyle>
            <a:lvl1pPr marL="0" indent="0" algn="ctr"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1pPr>
            <a:lvl2pPr marL="4572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2pPr>
            <a:lvl3pPr marL="9144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3pPr>
            <a:lvl4pPr marL="13716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4pPr>
            <a:lvl5pPr marL="18288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5pPr>
            <a:lvl6pPr marL="22860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6pPr>
            <a:lvl7pPr marL="27432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7pPr>
            <a:lvl8pPr marL="32004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8pPr>
            <a:lvl9pPr marL="3657600" indent="0" algn="l" defTabSz="457200" rtl="0" eaLnBrk="1" latinLnBrk="0" hangingPunct="1">
              <a:spcBef>
                <a:spcPts val="1000"/>
              </a:spcBef>
              <a:spcAft>
                <a:spcPts val="0"/>
              </a:spcAft>
              <a:buClr>
                <a:schemeClr val="accent1"/>
              </a:buClr>
              <a:buSzPct val="80000"/>
              <a:buFont typeface="Wingdings 3" charset="2"/>
              <a:buNone/>
              <a:defRPr sz="1600" b="0" i="0" kern="1200">
                <a:solidFill>
                  <a:schemeClr val="tx1"/>
                </a:solidFill>
                <a:latin typeface="+mj-lt"/>
                <a:ea typeface="+mj-ea"/>
                <a:cs typeface="+mj-cs"/>
              </a:defRPr>
            </a:lvl9pPr>
          </a:lstStyle>
          <a:p>
            <a:r>
              <a:rPr lang="es-MX" b="1" dirty="0">
                <a:latin typeface="Arial" panose="020B0604020202020204" pitchFamily="34" charset="0"/>
                <a:ea typeface="Tahoma" panose="020B0604030504040204" pitchFamily="34" charset="0"/>
                <a:cs typeface="Arial" panose="020B0604020202020204" pitchFamily="34" charset="0"/>
              </a:rPr>
              <a:t>ALUMNO: DARVIN YERIEL ROBLERO GONZALEZ</a:t>
            </a:r>
          </a:p>
          <a:p>
            <a:endParaRPr lang="es-MX" b="1" dirty="0">
              <a:latin typeface="Arial" panose="020B0604020202020204" pitchFamily="34" charset="0"/>
              <a:ea typeface="Tahoma" panose="020B0604030504040204" pitchFamily="34" charset="0"/>
              <a:cs typeface="Arial" panose="020B0604020202020204" pitchFamily="34" charset="0"/>
            </a:endParaRPr>
          </a:p>
          <a:p>
            <a:pPr marL="680720" marR="502285">
              <a:spcBef>
                <a:spcPts val="925"/>
              </a:spcBef>
            </a:pPr>
            <a:r>
              <a:rPr lang="es-MX" b="1" dirty="0">
                <a:latin typeface="Arial" panose="020B0604020202020204" pitchFamily="34" charset="0"/>
                <a:ea typeface="Tahoma" panose="020B0604030504040204" pitchFamily="34" charset="0"/>
                <a:cs typeface="Arial" panose="020B0604020202020204" pitchFamily="34" charset="0"/>
              </a:rPr>
              <a:t>DOCENTE: </a:t>
            </a:r>
            <a:r>
              <a:rPr lang="es-ES" sz="1800" b="1" dirty="0">
                <a:latin typeface="Arial" panose="020B0604020202020204" pitchFamily="34" charset="0"/>
                <a:ea typeface="Arial MT"/>
                <a:cs typeface="Arial" panose="020B0604020202020204" pitchFamily="34" charset="0"/>
              </a:rPr>
              <a:t>ING. FRANCISCO JAVIER MINGO VELÁZQUEZ</a:t>
            </a:r>
            <a:endParaRPr lang="es-MX" sz="1800" b="1" dirty="0">
              <a:latin typeface="Arial" panose="020B0604020202020204" pitchFamily="34" charset="0"/>
              <a:ea typeface="Arial MT"/>
              <a:cs typeface="Arial" panose="020B0604020202020204" pitchFamily="34" charset="0"/>
            </a:endParaRPr>
          </a:p>
          <a:p>
            <a:pPr marL="680720" marR="502285">
              <a:spcBef>
                <a:spcPts val="925"/>
              </a:spcBef>
            </a:pPr>
            <a:r>
              <a:rPr lang="es-ES" sz="1800" dirty="0">
                <a:latin typeface="Arial MT"/>
                <a:ea typeface="Arial MT"/>
                <a:cs typeface="Arial MT"/>
              </a:rPr>
              <a:t> </a:t>
            </a:r>
            <a:endParaRPr lang="es-MX" sz="1800" dirty="0">
              <a:latin typeface="Arial MT"/>
              <a:ea typeface="Arial MT"/>
              <a:cs typeface="Arial MT"/>
            </a:endParaRPr>
          </a:p>
          <a:p>
            <a:endParaRPr lang="es-MX" b="1" dirty="0">
              <a:latin typeface="Arial" panose="020B0604020202020204" pitchFamily="34" charset="0"/>
              <a:ea typeface="Arial" panose="020B0604020202020204" pitchFamily="34" charset="0"/>
            </a:endParaRPr>
          </a:p>
          <a:p>
            <a:endParaRPr lang="es-MX" sz="1200" b="1" dirty="0">
              <a:latin typeface="Arial" panose="020B0604020202020204" pitchFamily="34" charset="0"/>
              <a:ea typeface="Tahoma" panose="020B0604030504040204" pitchFamily="34" charset="0"/>
              <a:cs typeface="Arial" panose="020B0604020202020204" pitchFamily="34" charset="0"/>
            </a:endParaRPr>
          </a:p>
          <a:p>
            <a:endParaRPr lang="es-MX" dirty="0"/>
          </a:p>
        </p:txBody>
      </p:sp>
      <p:sp>
        <p:nvSpPr>
          <p:cNvPr id="13" name="CuadroTexto 12">
            <a:extLst>
              <a:ext uri="{FF2B5EF4-FFF2-40B4-BE49-F238E27FC236}">
                <a16:creationId xmlns:a16="http://schemas.microsoft.com/office/drawing/2014/main" id="{EB46020A-CE7D-DE84-BC2D-AACE5E5FE6D3}"/>
              </a:ext>
            </a:extLst>
          </p:cNvPr>
          <p:cNvSpPr txBox="1"/>
          <p:nvPr/>
        </p:nvSpPr>
        <p:spPr>
          <a:xfrm>
            <a:off x="5338916" y="5788284"/>
            <a:ext cx="6130595" cy="892552"/>
          </a:xfrm>
          <a:prstGeom prst="rect">
            <a:avLst/>
          </a:prstGeom>
          <a:noFill/>
        </p:spPr>
        <p:txBody>
          <a:bodyPr wrap="square">
            <a:spAutoFit/>
          </a:bodyPr>
          <a:lstStyle/>
          <a:p>
            <a:pPr algn="ctr"/>
            <a:r>
              <a:rPr lang="es-ES" sz="1600" b="1" dirty="0">
                <a:effectLst/>
                <a:latin typeface="Arial" panose="020B0604020202020204" pitchFamily="34" charset="0"/>
                <a:ea typeface="Arial" panose="020B0604020202020204" pitchFamily="34" charset="0"/>
              </a:rPr>
              <a:t>FRONTERA COMALAPA, CHIAPAS A </a:t>
            </a:r>
            <a:r>
              <a:rPr lang="es-ES" sz="1600" b="1" dirty="0">
                <a:latin typeface="Arial" panose="020B0604020202020204" pitchFamily="34" charset="0"/>
                <a:ea typeface="Arial" panose="020B0604020202020204" pitchFamily="34" charset="0"/>
              </a:rPr>
              <a:t>02</a:t>
            </a:r>
            <a:r>
              <a:rPr lang="es-ES" sz="1600" b="1" dirty="0">
                <a:effectLst/>
                <a:latin typeface="Arial" panose="020B0604020202020204" pitchFamily="34" charset="0"/>
                <a:ea typeface="Arial" panose="020B0604020202020204" pitchFamily="34" charset="0"/>
              </a:rPr>
              <a:t> OCTUBRE DEL 2026</a:t>
            </a:r>
            <a:endParaRPr lang="es-MX" sz="1600" b="1" dirty="0">
              <a:effectLst/>
              <a:latin typeface="Arial" panose="020B0604020202020204" pitchFamily="34" charset="0"/>
              <a:ea typeface="Arial" panose="020B0604020202020204" pitchFamily="34" charset="0"/>
            </a:endParaRPr>
          </a:p>
          <a:p>
            <a:br>
              <a:rPr lang="es-ES" sz="1800" dirty="0">
                <a:effectLst/>
                <a:latin typeface="Arial" panose="020B0604020202020204" pitchFamily="34" charset="0"/>
                <a:ea typeface="Arial" panose="020B0604020202020204" pitchFamily="34" charset="0"/>
              </a:rPr>
            </a:br>
            <a:endParaRPr lang="es-MX" dirty="0"/>
          </a:p>
        </p:txBody>
      </p:sp>
      <p:sp>
        <p:nvSpPr>
          <p:cNvPr id="2" name="CuadroTexto 1">
            <a:extLst>
              <a:ext uri="{FF2B5EF4-FFF2-40B4-BE49-F238E27FC236}">
                <a16:creationId xmlns:a16="http://schemas.microsoft.com/office/drawing/2014/main" id="{07CAB42E-565F-F70C-0E8B-09BDC29301FF}"/>
              </a:ext>
            </a:extLst>
          </p:cNvPr>
          <p:cNvSpPr txBox="1"/>
          <p:nvPr/>
        </p:nvSpPr>
        <p:spPr>
          <a:xfrm>
            <a:off x="4269879" y="4014411"/>
            <a:ext cx="3369786" cy="338554"/>
          </a:xfrm>
          <a:prstGeom prst="rect">
            <a:avLst/>
          </a:prstGeom>
          <a:noFill/>
        </p:spPr>
        <p:txBody>
          <a:bodyPr wrap="square" rtlCol="0">
            <a:spAutoFit/>
          </a:bodyPr>
          <a:lstStyle/>
          <a:p>
            <a:r>
              <a:rPr lang="es-MX" sz="1600" b="1" dirty="0">
                <a:latin typeface="Arial" panose="020B0604020202020204" pitchFamily="34" charset="0"/>
                <a:cs typeface="Arial" panose="020B0604020202020204" pitchFamily="34" charset="0"/>
              </a:rPr>
              <a:t>NO. CONTROL: 241260007</a:t>
            </a:r>
          </a:p>
        </p:txBody>
      </p:sp>
      <p:sp>
        <p:nvSpPr>
          <p:cNvPr id="3" name="CuadroTexto 2">
            <a:extLst>
              <a:ext uri="{FF2B5EF4-FFF2-40B4-BE49-F238E27FC236}">
                <a16:creationId xmlns:a16="http://schemas.microsoft.com/office/drawing/2014/main" id="{EC5EBDFD-9B6C-25D8-0740-872D5C7A5929}"/>
              </a:ext>
            </a:extLst>
          </p:cNvPr>
          <p:cNvSpPr txBox="1"/>
          <p:nvPr/>
        </p:nvSpPr>
        <p:spPr>
          <a:xfrm>
            <a:off x="3316596" y="127424"/>
            <a:ext cx="5558807" cy="338554"/>
          </a:xfrm>
          <a:prstGeom prst="rect">
            <a:avLst/>
          </a:prstGeom>
          <a:noFill/>
        </p:spPr>
        <p:txBody>
          <a:bodyPr wrap="square" rtlCol="0">
            <a:spAutoFit/>
          </a:bodyPr>
          <a:lstStyle/>
          <a:p>
            <a:r>
              <a:rPr lang="es-MX" sz="1600" b="1" dirty="0">
                <a:latin typeface="Arial" panose="020B0604020202020204" pitchFamily="34" charset="0"/>
                <a:cs typeface="Arial" panose="020B0604020202020204" pitchFamily="34" charset="0"/>
              </a:rPr>
              <a:t>TECNM TECNOLÓGICO NACIONAL DE MÉXICO</a:t>
            </a:r>
          </a:p>
        </p:txBody>
      </p:sp>
    </p:spTree>
    <p:extLst>
      <p:ext uri="{BB962C8B-B14F-4D97-AF65-F5344CB8AC3E}">
        <p14:creationId xmlns:p14="http://schemas.microsoft.com/office/powerpoint/2010/main" val="17558160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4A4CB3-FF79-5567-07C3-D85A7E56A0CA}"/>
              </a:ext>
            </a:extLst>
          </p:cNvPr>
          <p:cNvSpPr>
            <a:spLocks noGrp="1"/>
          </p:cNvSpPr>
          <p:nvPr>
            <p:ph type="title"/>
          </p:nvPr>
        </p:nvSpPr>
        <p:spPr>
          <a:xfrm>
            <a:off x="528860" y="108373"/>
            <a:ext cx="4165580" cy="688689"/>
          </a:xfrm>
        </p:spPr>
        <p:txBody>
          <a:bodyPr vert="horz" lIns="91440" tIns="45720" rIns="91440" bIns="45720" rtlCol="0" anchor="t">
            <a:normAutofit fontScale="90000"/>
          </a:bodyPr>
          <a:lstStyle/>
          <a:p>
            <a:pPr algn="ctr"/>
            <a:r>
              <a:rPr lang="es-MX" sz="4200" b="1" noProof="0" dirty="0"/>
              <a:t>INTRODUCCIÓN</a:t>
            </a:r>
          </a:p>
        </p:txBody>
      </p:sp>
      <p:sp>
        <p:nvSpPr>
          <p:cNvPr id="4" name="Marcador de texto 3">
            <a:extLst>
              <a:ext uri="{FF2B5EF4-FFF2-40B4-BE49-F238E27FC236}">
                <a16:creationId xmlns:a16="http://schemas.microsoft.com/office/drawing/2014/main" id="{F87B544F-5EF6-664C-9F3E-EA1D48697FF0}"/>
              </a:ext>
            </a:extLst>
          </p:cNvPr>
          <p:cNvSpPr>
            <a:spLocks noGrp="1"/>
          </p:cNvSpPr>
          <p:nvPr>
            <p:ph type="body" sz="half" idx="2"/>
          </p:nvPr>
        </p:nvSpPr>
        <p:spPr>
          <a:xfrm>
            <a:off x="505249" y="1019724"/>
            <a:ext cx="4686160" cy="2689917"/>
          </a:xfrm>
        </p:spPr>
        <p:txBody>
          <a:bodyPr vert="horz" lIns="91440" tIns="45720" rIns="91440" bIns="45720" rtlCol="0">
            <a:normAutofit/>
          </a:bodyPr>
          <a:lstStyle/>
          <a:p>
            <a:pPr algn="just"/>
            <a:r>
              <a:rPr lang="es-MX" sz="1600" dirty="0">
                <a:latin typeface="Arial" panose="020B0604020202020204" pitchFamily="34" charset="0"/>
                <a:cs typeface="Arial" panose="020B0604020202020204" pitchFamily="34" charset="0"/>
              </a:rPr>
              <a:t>Después de haber realizado códigos como ejemplos en cada uno de los lenguajes de programación, en este banco de ejercicios les mostraremos como podemos mostrar algunos temas en un solo programa para ver como se ejecuta y aplicarlo en los tres programas para ver los resultados.</a:t>
            </a:r>
            <a:endParaRPr lang="es-MX" sz="1600" noProof="0" dirty="0">
              <a:latin typeface="Arial" panose="020B0604020202020204" pitchFamily="34" charset="0"/>
              <a:cs typeface="Arial" panose="020B0604020202020204" pitchFamily="34" charset="0"/>
            </a:endParaRPr>
          </a:p>
        </p:txBody>
      </p:sp>
      <p:pic>
        <p:nvPicPr>
          <p:cNvPr id="10" name="Imagen 9">
            <a:extLst>
              <a:ext uri="{FF2B5EF4-FFF2-40B4-BE49-F238E27FC236}">
                <a16:creationId xmlns:a16="http://schemas.microsoft.com/office/drawing/2014/main" id="{155A696A-CDDD-44DA-1B0C-4F52BA63AE6B}"/>
              </a:ext>
            </a:extLst>
          </p:cNvPr>
          <p:cNvPicPr>
            <a:picLocks noChangeAspect="1"/>
          </p:cNvPicPr>
          <p:nvPr/>
        </p:nvPicPr>
        <p:blipFill>
          <a:blip r:embed="rId3"/>
          <a:stretch>
            <a:fillRect/>
          </a:stretch>
        </p:blipFill>
        <p:spPr>
          <a:xfrm>
            <a:off x="5707625" y="0"/>
            <a:ext cx="6484374" cy="6836503"/>
          </a:xfrm>
          <a:prstGeom prst="rect">
            <a:avLst/>
          </a:prstGeom>
        </p:spPr>
      </p:pic>
    </p:spTree>
    <p:extLst>
      <p:ext uri="{BB962C8B-B14F-4D97-AF65-F5344CB8AC3E}">
        <p14:creationId xmlns:p14="http://schemas.microsoft.com/office/powerpoint/2010/main" val="17551331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B8B290-3D6F-4B15-2A82-FEC4C2A2A172}"/>
              </a:ext>
            </a:extLst>
          </p:cNvPr>
          <p:cNvSpPr>
            <a:spLocks noGrp="1"/>
          </p:cNvSpPr>
          <p:nvPr>
            <p:ph type="title"/>
          </p:nvPr>
        </p:nvSpPr>
        <p:spPr>
          <a:xfrm>
            <a:off x="489878" y="76201"/>
            <a:ext cx="5092906" cy="674914"/>
          </a:xfrm>
        </p:spPr>
        <p:txBody>
          <a:bodyPr/>
          <a:lstStyle/>
          <a:p>
            <a:pPr algn="ctr"/>
            <a:r>
              <a:rPr lang="es-MX" b="1" dirty="0"/>
              <a:t>JUSTIFICACIÓN</a:t>
            </a:r>
          </a:p>
        </p:txBody>
      </p:sp>
      <p:sp>
        <p:nvSpPr>
          <p:cNvPr id="4" name="Marcador de texto 3">
            <a:extLst>
              <a:ext uri="{FF2B5EF4-FFF2-40B4-BE49-F238E27FC236}">
                <a16:creationId xmlns:a16="http://schemas.microsoft.com/office/drawing/2014/main" id="{033445EC-F5EA-E657-C1AB-DADE25093A88}"/>
              </a:ext>
            </a:extLst>
          </p:cNvPr>
          <p:cNvSpPr>
            <a:spLocks noGrp="1"/>
          </p:cNvSpPr>
          <p:nvPr>
            <p:ph type="body" sz="half" idx="2"/>
          </p:nvPr>
        </p:nvSpPr>
        <p:spPr>
          <a:xfrm>
            <a:off x="284097" y="1197427"/>
            <a:ext cx="6671874" cy="5046057"/>
          </a:xfrm>
        </p:spPr>
        <p:txBody>
          <a:bodyPr>
            <a:noAutofit/>
          </a:bodyPr>
          <a:lstStyle/>
          <a:p>
            <a:pPr algn="just"/>
            <a:r>
              <a:rPr lang="es-MX" sz="2000" dirty="0">
                <a:latin typeface="Arial" panose="020B0604020202020204" pitchFamily="34" charset="0"/>
                <a:cs typeface="Arial" panose="020B0604020202020204" pitchFamily="34" charset="0"/>
              </a:rPr>
              <a:t>Se realizo estos ejercicios con la finalidad de seguir practicando en los 3 lenguajes de programación para aprender la estructura de cada uno y que mejor que aplicarlo con los temas de la unidad de simulación que son importantes.</a:t>
            </a:r>
          </a:p>
        </p:txBody>
      </p:sp>
      <p:pic>
        <p:nvPicPr>
          <p:cNvPr id="8" name="Imagen 7">
            <a:extLst>
              <a:ext uri="{FF2B5EF4-FFF2-40B4-BE49-F238E27FC236}">
                <a16:creationId xmlns:a16="http://schemas.microsoft.com/office/drawing/2014/main" id="{BE8B80EB-D911-990C-FC00-83433DE0032C}"/>
              </a:ext>
            </a:extLst>
          </p:cNvPr>
          <p:cNvPicPr>
            <a:picLocks noChangeAspect="1"/>
          </p:cNvPicPr>
          <p:nvPr/>
        </p:nvPicPr>
        <p:blipFill>
          <a:blip r:embed="rId2"/>
          <a:stretch>
            <a:fillRect/>
          </a:stretch>
        </p:blipFill>
        <p:spPr>
          <a:xfrm>
            <a:off x="7258541" y="1496744"/>
            <a:ext cx="4806678" cy="3301398"/>
          </a:xfrm>
          <a:prstGeom prst="rect">
            <a:avLst/>
          </a:prstGeom>
        </p:spPr>
      </p:pic>
    </p:spTree>
    <p:extLst>
      <p:ext uri="{BB962C8B-B14F-4D97-AF65-F5344CB8AC3E}">
        <p14:creationId xmlns:p14="http://schemas.microsoft.com/office/powerpoint/2010/main" val="37476512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CuadroTexto 24">
            <a:extLst>
              <a:ext uri="{FF2B5EF4-FFF2-40B4-BE49-F238E27FC236}">
                <a16:creationId xmlns:a16="http://schemas.microsoft.com/office/drawing/2014/main" id="{302F8442-9B3F-65D7-B0D6-DF6A67369CD0}"/>
              </a:ext>
            </a:extLst>
          </p:cNvPr>
          <p:cNvSpPr txBox="1"/>
          <p:nvPr/>
        </p:nvSpPr>
        <p:spPr>
          <a:xfrm>
            <a:off x="78658" y="4084100"/>
            <a:ext cx="4798142" cy="2031325"/>
          </a:xfrm>
          <a:prstGeom prst="rect">
            <a:avLst/>
          </a:prstGeom>
          <a:noFill/>
        </p:spPr>
        <p:txBody>
          <a:bodyPr wrap="square" rtlCol="0">
            <a:spAutoFit/>
          </a:bodyPr>
          <a:lstStyle/>
          <a:p>
            <a:r>
              <a:rPr lang="es-MX" dirty="0"/>
              <a:t>En este ejercicio se realizo un código donde pudimos anexar en una sola interfaz los temas que se pudieran generar en uno solo en el cual obtuvimos buenos resultados, ya que todo se pude realizar de manera eficaz y así se realiza de manera mas rápida.</a:t>
            </a:r>
          </a:p>
        </p:txBody>
      </p:sp>
      <p:sp>
        <p:nvSpPr>
          <p:cNvPr id="6" name="CuadroTexto 5">
            <a:extLst>
              <a:ext uri="{FF2B5EF4-FFF2-40B4-BE49-F238E27FC236}">
                <a16:creationId xmlns:a16="http://schemas.microsoft.com/office/drawing/2014/main" id="{A36F9D98-1B57-1C0B-36EC-10F1653FDB9D}"/>
              </a:ext>
            </a:extLst>
          </p:cNvPr>
          <p:cNvSpPr txBox="1"/>
          <p:nvPr/>
        </p:nvSpPr>
        <p:spPr>
          <a:xfrm>
            <a:off x="1651819" y="134178"/>
            <a:ext cx="7649497" cy="369332"/>
          </a:xfrm>
          <a:prstGeom prst="rect">
            <a:avLst/>
          </a:prstGeom>
          <a:noFill/>
        </p:spPr>
        <p:txBody>
          <a:bodyPr wrap="square" rtlCol="0">
            <a:spAutoFit/>
          </a:bodyPr>
          <a:lstStyle/>
          <a:p>
            <a:r>
              <a:rPr lang="es-MX" dirty="0"/>
              <a:t>Ejercicio 1 en Java</a:t>
            </a:r>
          </a:p>
        </p:txBody>
      </p:sp>
      <p:pic>
        <p:nvPicPr>
          <p:cNvPr id="3" name="Imagen 2">
            <a:extLst>
              <a:ext uri="{FF2B5EF4-FFF2-40B4-BE49-F238E27FC236}">
                <a16:creationId xmlns:a16="http://schemas.microsoft.com/office/drawing/2014/main" id="{5A5F3A3E-303E-10AF-A8F9-EA7F3C0798BF}"/>
              </a:ext>
            </a:extLst>
          </p:cNvPr>
          <p:cNvPicPr>
            <a:picLocks noChangeAspect="1"/>
          </p:cNvPicPr>
          <p:nvPr/>
        </p:nvPicPr>
        <p:blipFill>
          <a:blip r:embed="rId2"/>
          <a:stretch>
            <a:fillRect/>
          </a:stretch>
        </p:blipFill>
        <p:spPr>
          <a:xfrm>
            <a:off x="78658" y="551866"/>
            <a:ext cx="4719484" cy="3430199"/>
          </a:xfrm>
          <a:prstGeom prst="rect">
            <a:avLst/>
          </a:prstGeom>
        </p:spPr>
      </p:pic>
      <p:pic>
        <p:nvPicPr>
          <p:cNvPr id="10" name="Imagen 9">
            <a:extLst>
              <a:ext uri="{FF2B5EF4-FFF2-40B4-BE49-F238E27FC236}">
                <a16:creationId xmlns:a16="http://schemas.microsoft.com/office/drawing/2014/main" id="{EA9C9E4B-FC22-0337-711B-44157B1AD9A7}"/>
              </a:ext>
            </a:extLst>
          </p:cNvPr>
          <p:cNvPicPr>
            <a:picLocks noChangeAspect="1"/>
          </p:cNvPicPr>
          <p:nvPr/>
        </p:nvPicPr>
        <p:blipFill>
          <a:blip r:embed="rId3"/>
          <a:stretch>
            <a:fillRect/>
          </a:stretch>
        </p:blipFill>
        <p:spPr>
          <a:xfrm>
            <a:off x="4798142" y="605545"/>
            <a:ext cx="3791279" cy="2823455"/>
          </a:xfrm>
          <a:prstGeom prst="rect">
            <a:avLst/>
          </a:prstGeom>
        </p:spPr>
      </p:pic>
      <p:pic>
        <p:nvPicPr>
          <p:cNvPr id="12" name="Imagen 11">
            <a:extLst>
              <a:ext uri="{FF2B5EF4-FFF2-40B4-BE49-F238E27FC236}">
                <a16:creationId xmlns:a16="http://schemas.microsoft.com/office/drawing/2014/main" id="{41A98511-9424-ED9E-5E15-FFC6CDDFD829}"/>
              </a:ext>
            </a:extLst>
          </p:cNvPr>
          <p:cNvPicPr>
            <a:picLocks noChangeAspect="1"/>
          </p:cNvPicPr>
          <p:nvPr/>
        </p:nvPicPr>
        <p:blipFill>
          <a:blip r:embed="rId4"/>
          <a:stretch>
            <a:fillRect/>
          </a:stretch>
        </p:blipFill>
        <p:spPr>
          <a:xfrm>
            <a:off x="8589420" y="605545"/>
            <a:ext cx="3523921" cy="2823455"/>
          </a:xfrm>
          <a:prstGeom prst="rect">
            <a:avLst/>
          </a:prstGeom>
        </p:spPr>
      </p:pic>
      <p:pic>
        <p:nvPicPr>
          <p:cNvPr id="14" name="Imagen 13">
            <a:extLst>
              <a:ext uri="{FF2B5EF4-FFF2-40B4-BE49-F238E27FC236}">
                <a16:creationId xmlns:a16="http://schemas.microsoft.com/office/drawing/2014/main" id="{0C2DF162-DA49-36DE-DAE4-0F1A3EA22E35}"/>
              </a:ext>
            </a:extLst>
          </p:cNvPr>
          <p:cNvPicPr>
            <a:picLocks noChangeAspect="1"/>
          </p:cNvPicPr>
          <p:nvPr/>
        </p:nvPicPr>
        <p:blipFill>
          <a:blip r:embed="rId5"/>
          <a:stretch>
            <a:fillRect/>
          </a:stretch>
        </p:blipFill>
        <p:spPr>
          <a:xfrm>
            <a:off x="6096000" y="3482679"/>
            <a:ext cx="4103024" cy="3061583"/>
          </a:xfrm>
          <a:prstGeom prst="rect">
            <a:avLst/>
          </a:prstGeom>
        </p:spPr>
      </p:pic>
    </p:spTree>
    <p:extLst>
      <p:ext uri="{BB962C8B-B14F-4D97-AF65-F5344CB8AC3E}">
        <p14:creationId xmlns:p14="http://schemas.microsoft.com/office/powerpoint/2010/main" val="36856240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680C3-FACE-22D2-5020-3D1551DC6C5F}"/>
            </a:ext>
          </a:extLst>
        </p:cNvPr>
        <p:cNvGrpSpPr/>
        <p:nvPr/>
      </p:nvGrpSpPr>
      <p:grpSpPr>
        <a:xfrm>
          <a:off x="0" y="0"/>
          <a:ext cx="0" cy="0"/>
          <a:chOff x="0" y="0"/>
          <a:chExt cx="0" cy="0"/>
        </a:xfrm>
      </p:grpSpPr>
      <p:sp>
        <p:nvSpPr>
          <p:cNvPr id="25" name="CuadroTexto 24">
            <a:extLst>
              <a:ext uri="{FF2B5EF4-FFF2-40B4-BE49-F238E27FC236}">
                <a16:creationId xmlns:a16="http://schemas.microsoft.com/office/drawing/2014/main" id="{3822AC49-34D8-2351-1D12-89F57E290699}"/>
              </a:ext>
            </a:extLst>
          </p:cNvPr>
          <p:cNvSpPr txBox="1"/>
          <p:nvPr/>
        </p:nvSpPr>
        <p:spPr>
          <a:xfrm>
            <a:off x="78658" y="4084100"/>
            <a:ext cx="4798142" cy="2031325"/>
          </a:xfrm>
          <a:prstGeom prst="rect">
            <a:avLst/>
          </a:prstGeom>
          <a:noFill/>
        </p:spPr>
        <p:txBody>
          <a:bodyPr wrap="square" rtlCol="0">
            <a:spAutoFit/>
          </a:bodyPr>
          <a:lstStyle/>
          <a:p>
            <a:r>
              <a:rPr lang="es-MX" dirty="0"/>
              <a:t>Para este programa se realizo lo mismo con la finalidad de poder analizar si de igual forma se podría realizar sin tener errores y efectivamente obtuvimos buenos resultados y eso nos demuestra que si se pude generar varios temas en uno solo.</a:t>
            </a:r>
          </a:p>
        </p:txBody>
      </p:sp>
      <p:sp>
        <p:nvSpPr>
          <p:cNvPr id="6" name="CuadroTexto 5">
            <a:extLst>
              <a:ext uri="{FF2B5EF4-FFF2-40B4-BE49-F238E27FC236}">
                <a16:creationId xmlns:a16="http://schemas.microsoft.com/office/drawing/2014/main" id="{D0540010-47BB-2D1F-A1FA-D3A58A998396}"/>
              </a:ext>
            </a:extLst>
          </p:cNvPr>
          <p:cNvSpPr txBox="1"/>
          <p:nvPr/>
        </p:nvSpPr>
        <p:spPr>
          <a:xfrm>
            <a:off x="1651819" y="134178"/>
            <a:ext cx="7649497" cy="369332"/>
          </a:xfrm>
          <a:prstGeom prst="rect">
            <a:avLst/>
          </a:prstGeom>
          <a:noFill/>
        </p:spPr>
        <p:txBody>
          <a:bodyPr wrap="square" rtlCol="0">
            <a:spAutoFit/>
          </a:bodyPr>
          <a:lstStyle/>
          <a:p>
            <a:r>
              <a:rPr lang="es-MX" dirty="0"/>
              <a:t>Ejercicio 2 en R</a:t>
            </a:r>
          </a:p>
        </p:txBody>
      </p:sp>
      <p:pic>
        <p:nvPicPr>
          <p:cNvPr id="4" name="Imagen 3">
            <a:extLst>
              <a:ext uri="{FF2B5EF4-FFF2-40B4-BE49-F238E27FC236}">
                <a16:creationId xmlns:a16="http://schemas.microsoft.com/office/drawing/2014/main" id="{B98C6367-154B-7DC2-FF2F-F15C10D67FDD}"/>
              </a:ext>
            </a:extLst>
          </p:cNvPr>
          <p:cNvPicPr>
            <a:picLocks noChangeAspect="1"/>
          </p:cNvPicPr>
          <p:nvPr/>
        </p:nvPicPr>
        <p:blipFill>
          <a:blip r:embed="rId2"/>
          <a:stretch>
            <a:fillRect/>
          </a:stretch>
        </p:blipFill>
        <p:spPr>
          <a:xfrm>
            <a:off x="78658" y="823452"/>
            <a:ext cx="4632085" cy="2605548"/>
          </a:xfrm>
          <a:prstGeom prst="rect">
            <a:avLst/>
          </a:prstGeom>
        </p:spPr>
      </p:pic>
      <p:pic>
        <p:nvPicPr>
          <p:cNvPr id="7" name="Imagen 6">
            <a:extLst>
              <a:ext uri="{FF2B5EF4-FFF2-40B4-BE49-F238E27FC236}">
                <a16:creationId xmlns:a16="http://schemas.microsoft.com/office/drawing/2014/main" id="{5811C666-6A1E-EEC7-E5C9-F155E889B5D7}"/>
              </a:ext>
            </a:extLst>
          </p:cNvPr>
          <p:cNvPicPr>
            <a:picLocks noChangeAspect="1"/>
          </p:cNvPicPr>
          <p:nvPr/>
        </p:nvPicPr>
        <p:blipFill>
          <a:blip r:embed="rId3"/>
          <a:stretch>
            <a:fillRect/>
          </a:stretch>
        </p:blipFill>
        <p:spPr>
          <a:xfrm>
            <a:off x="4781968" y="506164"/>
            <a:ext cx="3523921" cy="2949676"/>
          </a:xfrm>
          <a:prstGeom prst="rect">
            <a:avLst/>
          </a:prstGeom>
        </p:spPr>
      </p:pic>
      <p:pic>
        <p:nvPicPr>
          <p:cNvPr id="9" name="Imagen 8">
            <a:extLst>
              <a:ext uri="{FF2B5EF4-FFF2-40B4-BE49-F238E27FC236}">
                <a16:creationId xmlns:a16="http://schemas.microsoft.com/office/drawing/2014/main" id="{019D530E-A91F-F756-3510-90F496D717F0}"/>
              </a:ext>
            </a:extLst>
          </p:cNvPr>
          <p:cNvPicPr>
            <a:picLocks noChangeAspect="1"/>
          </p:cNvPicPr>
          <p:nvPr/>
        </p:nvPicPr>
        <p:blipFill>
          <a:blip r:embed="rId4"/>
          <a:stretch>
            <a:fillRect/>
          </a:stretch>
        </p:blipFill>
        <p:spPr>
          <a:xfrm>
            <a:off x="8413632" y="464176"/>
            <a:ext cx="3570784" cy="3018503"/>
          </a:xfrm>
          <a:prstGeom prst="rect">
            <a:avLst/>
          </a:prstGeom>
        </p:spPr>
      </p:pic>
      <p:pic>
        <p:nvPicPr>
          <p:cNvPr id="13" name="Imagen 12">
            <a:extLst>
              <a:ext uri="{FF2B5EF4-FFF2-40B4-BE49-F238E27FC236}">
                <a16:creationId xmlns:a16="http://schemas.microsoft.com/office/drawing/2014/main" id="{527F4827-2A35-BD75-AB72-8C8EF690E237}"/>
              </a:ext>
            </a:extLst>
          </p:cNvPr>
          <p:cNvPicPr>
            <a:picLocks noChangeAspect="1"/>
          </p:cNvPicPr>
          <p:nvPr/>
        </p:nvPicPr>
        <p:blipFill>
          <a:blip r:embed="rId5"/>
          <a:stretch>
            <a:fillRect/>
          </a:stretch>
        </p:blipFill>
        <p:spPr>
          <a:xfrm>
            <a:off x="5958647" y="3482679"/>
            <a:ext cx="3772919" cy="3241143"/>
          </a:xfrm>
          <a:prstGeom prst="rect">
            <a:avLst/>
          </a:prstGeom>
        </p:spPr>
      </p:pic>
    </p:spTree>
    <p:extLst>
      <p:ext uri="{BB962C8B-B14F-4D97-AF65-F5344CB8AC3E}">
        <p14:creationId xmlns:p14="http://schemas.microsoft.com/office/powerpoint/2010/main" val="15941514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73527-3784-B443-5174-7271676B26FD}"/>
            </a:ext>
          </a:extLst>
        </p:cNvPr>
        <p:cNvGrpSpPr/>
        <p:nvPr/>
      </p:nvGrpSpPr>
      <p:grpSpPr>
        <a:xfrm>
          <a:off x="0" y="0"/>
          <a:ext cx="0" cy="0"/>
          <a:chOff x="0" y="0"/>
          <a:chExt cx="0" cy="0"/>
        </a:xfrm>
      </p:grpSpPr>
      <p:sp>
        <p:nvSpPr>
          <p:cNvPr id="25" name="CuadroTexto 24">
            <a:extLst>
              <a:ext uri="{FF2B5EF4-FFF2-40B4-BE49-F238E27FC236}">
                <a16:creationId xmlns:a16="http://schemas.microsoft.com/office/drawing/2014/main" id="{B42D03B2-97A0-92C6-F46A-CD07D446C829}"/>
              </a:ext>
            </a:extLst>
          </p:cNvPr>
          <p:cNvSpPr txBox="1"/>
          <p:nvPr/>
        </p:nvSpPr>
        <p:spPr>
          <a:xfrm>
            <a:off x="78658" y="4084100"/>
            <a:ext cx="4798142" cy="1754326"/>
          </a:xfrm>
          <a:prstGeom prst="rect">
            <a:avLst/>
          </a:prstGeom>
          <a:noFill/>
        </p:spPr>
        <p:txBody>
          <a:bodyPr wrap="square" rtlCol="0">
            <a:spAutoFit/>
          </a:bodyPr>
          <a:lstStyle/>
          <a:p>
            <a:r>
              <a:rPr lang="es-MX" dirty="0"/>
              <a:t>De igual forma se realizo para Python donde todo lo hicimos en un solo código para obtenerlo en una sola interfaz conteniendo las unidades que si se pudieron realizar de la forma mas unida y los resultados fueron muy buenos.</a:t>
            </a:r>
          </a:p>
        </p:txBody>
      </p:sp>
      <p:sp>
        <p:nvSpPr>
          <p:cNvPr id="6" name="CuadroTexto 5">
            <a:extLst>
              <a:ext uri="{FF2B5EF4-FFF2-40B4-BE49-F238E27FC236}">
                <a16:creationId xmlns:a16="http://schemas.microsoft.com/office/drawing/2014/main" id="{733F7569-C370-FDB0-F5B2-537BFC08C569}"/>
              </a:ext>
            </a:extLst>
          </p:cNvPr>
          <p:cNvSpPr txBox="1"/>
          <p:nvPr/>
        </p:nvSpPr>
        <p:spPr>
          <a:xfrm>
            <a:off x="1651819" y="134178"/>
            <a:ext cx="7649497" cy="369332"/>
          </a:xfrm>
          <a:prstGeom prst="rect">
            <a:avLst/>
          </a:prstGeom>
          <a:noFill/>
        </p:spPr>
        <p:txBody>
          <a:bodyPr wrap="square" rtlCol="0">
            <a:spAutoFit/>
          </a:bodyPr>
          <a:lstStyle/>
          <a:p>
            <a:r>
              <a:rPr lang="es-MX" dirty="0"/>
              <a:t>Ejercicio 3 en Python</a:t>
            </a:r>
          </a:p>
        </p:txBody>
      </p:sp>
      <p:pic>
        <p:nvPicPr>
          <p:cNvPr id="3" name="Imagen 2">
            <a:extLst>
              <a:ext uri="{FF2B5EF4-FFF2-40B4-BE49-F238E27FC236}">
                <a16:creationId xmlns:a16="http://schemas.microsoft.com/office/drawing/2014/main" id="{A2A9F9DE-8038-62CD-6343-110FCC5763EC}"/>
              </a:ext>
            </a:extLst>
          </p:cNvPr>
          <p:cNvPicPr>
            <a:picLocks noChangeAspect="1"/>
          </p:cNvPicPr>
          <p:nvPr/>
        </p:nvPicPr>
        <p:blipFill>
          <a:blip r:embed="rId2"/>
          <a:stretch>
            <a:fillRect/>
          </a:stretch>
        </p:blipFill>
        <p:spPr>
          <a:xfrm>
            <a:off x="39628" y="503509"/>
            <a:ext cx="4634597" cy="3163923"/>
          </a:xfrm>
          <a:prstGeom prst="rect">
            <a:avLst/>
          </a:prstGeom>
        </p:spPr>
      </p:pic>
      <p:pic>
        <p:nvPicPr>
          <p:cNvPr id="8" name="Imagen 7">
            <a:extLst>
              <a:ext uri="{FF2B5EF4-FFF2-40B4-BE49-F238E27FC236}">
                <a16:creationId xmlns:a16="http://schemas.microsoft.com/office/drawing/2014/main" id="{8C3DBC63-3E97-9459-E5CB-F229FA84D7A0}"/>
              </a:ext>
            </a:extLst>
          </p:cNvPr>
          <p:cNvPicPr>
            <a:picLocks noChangeAspect="1"/>
          </p:cNvPicPr>
          <p:nvPr/>
        </p:nvPicPr>
        <p:blipFill>
          <a:blip r:embed="rId3"/>
          <a:stretch>
            <a:fillRect/>
          </a:stretch>
        </p:blipFill>
        <p:spPr>
          <a:xfrm>
            <a:off x="4713964" y="514900"/>
            <a:ext cx="3659929" cy="2917056"/>
          </a:xfrm>
          <a:prstGeom prst="rect">
            <a:avLst/>
          </a:prstGeom>
        </p:spPr>
      </p:pic>
      <p:pic>
        <p:nvPicPr>
          <p:cNvPr id="11" name="Imagen 10">
            <a:extLst>
              <a:ext uri="{FF2B5EF4-FFF2-40B4-BE49-F238E27FC236}">
                <a16:creationId xmlns:a16="http://schemas.microsoft.com/office/drawing/2014/main" id="{38F14E6F-A4B9-AE14-6BA9-A0583371FC75}"/>
              </a:ext>
            </a:extLst>
          </p:cNvPr>
          <p:cNvPicPr>
            <a:picLocks noChangeAspect="1"/>
          </p:cNvPicPr>
          <p:nvPr/>
        </p:nvPicPr>
        <p:blipFill>
          <a:blip r:embed="rId4"/>
          <a:stretch>
            <a:fillRect/>
          </a:stretch>
        </p:blipFill>
        <p:spPr>
          <a:xfrm>
            <a:off x="8413632" y="514900"/>
            <a:ext cx="3659929" cy="2967779"/>
          </a:xfrm>
          <a:prstGeom prst="rect">
            <a:avLst/>
          </a:prstGeom>
        </p:spPr>
      </p:pic>
      <p:pic>
        <p:nvPicPr>
          <p:cNvPr id="14" name="Imagen 13">
            <a:extLst>
              <a:ext uri="{FF2B5EF4-FFF2-40B4-BE49-F238E27FC236}">
                <a16:creationId xmlns:a16="http://schemas.microsoft.com/office/drawing/2014/main" id="{F8D6A1E3-3974-6832-A171-54D1FCE1776A}"/>
              </a:ext>
            </a:extLst>
          </p:cNvPr>
          <p:cNvPicPr>
            <a:picLocks noChangeAspect="1"/>
          </p:cNvPicPr>
          <p:nvPr/>
        </p:nvPicPr>
        <p:blipFill>
          <a:blip r:embed="rId5"/>
          <a:stretch>
            <a:fillRect/>
          </a:stretch>
        </p:blipFill>
        <p:spPr>
          <a:xfrm>
            <a:off x="5883293" y="3494068"/>
            <a:ext cx="4004893" cy="3229753"/>
          </a:xfrm>
          <a:prstGeom prst="rect">
            <a:avLst/>
          </a:prstGeom>
        </p:spPr>
      </p:pic>
    </p:spTree>
    <p:extLst>
      <p:ext uri="{BB962C8B-B14F-4D97-AF65-F5344CB8AC3E}">
        <p14:creationId xmlns:p14="http://schemas.microsoft.com/office/powerpoint/2010/main" val="34218922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CD6569-4B4E-5A0F-C352-A595B53AE146}"/>
              </a:ext>
            </a:extLst>
          </p:cNvPr>
          <p:cNvSpPr>
            <a:spLocks noGrp="1"/>
          </p:cNvSpPr>
          <p:nvPr>
            <p:ph type="title"/>
          </p:nvPr>
        </p:nvSpPr>
        <p:spPr>
          <a:xfrm>
            <a:off x="648929" y="629266"/>
            <a:ext cx="6256423" cy="1641987"/>
          </a:xfrm>
        </p:spPr>
        <p:txBody>
          <a:bodyPr vert="horz" lIns="91440" tIns="45720" rIns="91440" bIns="45720" rtlCol="0" anchor="t">
            <a:normAutofit/>
          </a:bodyPr>
          <a:lstStyle/>
          <a:p>
            <a:r>
              <a:rPr lang="en-US" sz="4200"/>
              <a:t>CONCLUSIÓN</a:t>
            </a:r>
          </a:p>
        </p:txBody>
      </p:sp>
      <p:sp>
        <p:nvSpPr>
          <p:cNvPr id="8" name="Marcador de texto 3">
            <a:extLst>
              <a:ext uri="{FF2B5EF4-FFF2-40B4-BE49-F238E27FC236}">
                <a16:creationId xmlns:a16="http://schemas.microsoft.com/office/drawing/2014/main" id="{0F432BFF-CCC6-3D84-7F56-F3751789B69F}"/>
              </a:ext>
            </a:extLst>
          </p:cNvPr>
          <p:cNvSpPr>
            <a:spLocks noGrp="1"/>
          </p:cNvSpPr>
          <p:nvPr>
            <p:ph type="body" sz="half" idx="2"/>
          </p:nvPr>
        </p:nvSpPr>
        <p:spPr>
          <a:xfrm>
            <a:off x="451055" y="1600200"/>
            <a:ext cx="6258737" cy="3809998"/>
          </a:xfrm>
        </p:spPr>
        <p:txBody>
          <a:bodyPr vert="horz" lIns="91440" tIns="45720" rIns="91440" bIns="45720" rtlCol="0">
            <a:normAutofit/>
          </a:bodyPr>
          <a:lstStyle/>
          <a:p>
            <a:r>
              <a:rPr lang="es-MX" sz="2000" noProof="0" dirty="0">
                <a:latin typeface="Arial" panose="020B0604020202020204" pitchFamily="34" charset="0"/>
                <a:cs typeface="Arial" panose="020B0604020202020204" pitchFamily="34" charset="0"/>
              </a:rPr>
              <a:t>Para </a:t>
            </a:r>
            <a:r>
              <a:rPr lang="es-MX" sz="2000" dirty="0">
                <a:latin typeface="Arial" panose="020B0604020202020204" pitchFamily="34" charset="0"/>
                <a:cs typeface="Arial" panose="020B0604020202020204" pitchFamily="34" charset="0"/>
              </a:rPr>
              <a:t>finalizar con estos ejercicios nos ayudo de manera eficaz para comprender como realizar todo en una sola interfaz y eso nos ayudara a analizar en que proyectos podremos aplicar este tipo de actividades donde todo se realiza de la manera mas eficaz y reduciendo tiempos y esto nos servirá para tomas decisiones en un futuro y aprender a solucionar problemas.</a:t>
            </a:r>
            <a:endParaRPr lang="es-MX" sz="2000" noProof="0" dirty="0">
              <a:latin typeface="Arial" panose="020B0604020202020204" pitchFamily="34" charset="0"/>
              <a:cs typeface="Arial" panose="020B0604020202020204" pitchFamily="34" charset="0"/>
            </a:endParaRPr>
          </a:p>
        </p:txBody>
      </p:sp>
      <p:pic>
        <p:nvPicPr>
          <p:cNvPr id="4" name="Imagen 3">
            <a:extLst>
              <a:ext uri="{FF2B5EF4-FFF2-40B4-BE49-F238E27FC236}">
                <a16:creationId xmlns:a16="http://schemas.microsoft.com/office/drawing/2014/main" id="{36C2B471-973D-2E97-A8C3-5B5345A0FE8A}"/>
              </a:ext>
            </a:extLst>
          </p:cNvPr>
          <p:cNvPicPr>
            <a:picLocks noChangeAspect="1"/>
          </p:cNvPicPr>
          <p:nvPr/>
        </p:nvPicPr>
        <p:blipFill>
          <a:blip r:embed="rId3"/>
          <a:stretch>
            <a:fillRect/>
          </a:stretch>
        </p:blipFill>
        <p:spPr>
          <a:xfrm>
            <a:off x="7339201" y="-4916"/>
            <a:ext cx="3595240" cy="2332703"/>
          </a:xfrm>
          <a:prstGeom prst="rect">
            <a:avLst/>
          </a:prstGeom>
        </p:spPr>
      </p:pic>
      <p:pic>
        <p:nvPicPr>
          <p:cNvPr id="5" name="Imagen 4" descr="Las 10 principales bibliotecas y herramientas Java para el aprendizaje ...">
            <a:extLst>
              <a:ext uri="{FF2B5EF4-FFF2-40B4-BE49-F238E27FC236}">
                <a16:creationId xmlns:a16="http://schemas.microsoft.com/office/drawing/2014/main" id="{B408E48A-0538-5F4C-D16B-49D41251B2D4}"/>
              </a:ext>
            </a:extLst>
          </p:cNvPr>
          <p:cNvPicPr>
            <a:picLocks noChangeAspect="1"/>
          </p:cNvPicPr>
          <p:nvPr/>
        </p:nvPicPr>
        <p:blipFill>
          <a:blip r:embed="rId4"/>
          <a:stretch>
            <a:fillRect/>
          </a:stretch>
        </p:blipFill>
        <p:spPr>
          <a:xfrm>
            <a:off x="7261902" y="2618494"/>
            <a:ext cx="4479043" cy="3576851"/>
          </a:xfrm>
          <a:prstGeom prst="rect">
            <a:avLst/>
          </a:prstGeom>
        </p:spPr>
      </p:pic>
    </p:spTree>
    <p:extLst>
      <p:ext uri="{BB962C8B-B14F-4D97-AF65-F5344CB8AC3E}">
        <p14:creationId xmlns:p14="http://schemas.microsoft.com/office/powerpoint/2010/main" val="24520479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a:extLst>
            <a:ext uri="{FF2B5EF4-FFF2-40B4-BE49-F238E27FC236}">
              <a16:creationId xmlns:a16="http://schemas.microsoft.com/office/drawing/2014/main" id="{D27CE7C8-E187-A679-9F52-32232D6BC08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AC79E6B-7FB5-38A9-0247-634E0D676B6D}"/>
              </a:ext>
            </a:extLst>
          </p:cNvPr>
          <p:cNvSpPr>
            <a:spLocks noGrp="1"/>
          </p:cNvSpPr>
          <p:nvPr>
            <p:ph type="title"/>
          </p:nvPr>
        </p:nvSpPr>
        <p:spPr>
          <a:xfrm>
            <a:off x="8200279" y="1290200"/>
            <a:ext cx="3991721" cy="862606"/>
          </a:xfrm>
        </p:spPr>
        <p:txBody>
          <a:bodyPr vert="horz" lIns="91440" tIns="45720" rIns="91440" bIns="45720" rtlCol="0" anchor="b">
            <a:normAutofit fontScale="90000"/>
          </a:bodyPr>
          <a:lstStyle/>
          <a:p>
            <a:r>
              <a:rPr lang="en-US" sz="5400" dirty="0"/>
              <a:t>Link GitHub</a:t>
            </a:r>
          </a:p>
        </p:txBody>
      </p:sp>
      <p:pic>
        <p:nvPicPr>
          <p:cNvPr id="4" name="Imagen 3" descr="Qué es Github y sus características principales">
            <a:extLst>
              <a:ext uri="{FF2B5EF4-FFF2-40B4-BE49-F238E27FC236}">
                <a16:creationId xmlns:a16="http://schemas.microsoft.com/office/drawing/2014/main" id="{ED224277-4DE8-315D-42ED-0CA5CE14A597}"/>
              </a:ext>
            </a:extLst>
          </p:cNvPr>
          <p:cNvPicPr>
            <a:picLocks noChangeAspect="1"/>
          </p:cNvPicPr>
          <p:nvPr/>
        </p:nvPicPr>
        <p:blipFill>
          <a:blip r:embed="rId3"/>
          <a:srcRect l="17724" r="1500"/>
          <a:stretch>
            <a:fillRect/>
          </a:stretch>
        </p:blipFill>
        <p:spPr>
          <a:xfrm>
            <a:off x="594120" y="634712"/>
            <a:ext cx="7045545" cy="5578188"/>
          </a:xfrm>
          <a:prstGeom prst="rect">
            <a:avLst/>
          </a:prstGeom>
          <a:effectLst>
            <a:outerShdw blurRad="50800" dist="38100" dir="5400000" algn="t" rotWithShape="0">
              <a:prstClr val="black">
                <a:alpha val="43000"/>
              </a:prstClr>
            </a:outerShdw>
          </a:effectLst>
        </p:spPr>
      </p:pic>
      <p:sp>
        <p:nvSpPr>
          <p:cNvPr id="10" name="CuadroTexto 9">
            <a:extLst>
              <a:ext uri="{FF2B5EF4-FFF2-40B4-BE49-F238E27FC236}">
                <a16:creationId xmlns:a16="http://schemas.microsoft.com/office/drawing/2014/main" id="{DB673F4E-BEE1-A089-8A28-EB708549D237}"/>
              </a:ext>
            </a:extLst>
          </p:cNvPr>
          <p:cNvSpPr txBox="1"/>
          <p:nvPr/>
        </p:nvSpPr>
        <p:spPr>
          <a:xfrm>
            <a:off x="5653549" y="3521644"/>
            <a:ext cx="6096000" cy="369332"/>
          </a:xfrm>
          <a:prstGeom prst="rect">
            <a:avLst/>
          </a:prstGeom>
          <a:noFill/>
        </p:spPr>
        <p:txBody>
          <a:bodyPr wrap="square">
            <a:spAutoFit/>
          </a:bodyPr>
          <a:lstStyle/>
          <a:p>
            <a:endParaRPr lang="es-MX" b="1" dirty="0"/>
          </a:p>
        </p:txBody>
      </p:sp>
      <p:sp>
        <p:nvSpPr>
          <p:cNvPr id="12" name="CuadroTexto 11">
            <a:extLst>
              <a:ext uri="{FF2B5EF4-FFF2-40B4-BE49-F238E27FC236}">
                <a16:creationId xmlns:a16="http://schemas.microsoft.com/office/drawing/2014/main" id="{9CFE1675-D570-4855-E79F-120C0AB8FC8E}"/>
              </a:ext>
            </a:extLst>
          </p:cNvPr>
          <p:cNvSpPr txBox="1"/>
          <p:nvPr/>
        </p:nvSpPr>
        <p:spPr>
          <a:xfrm>
            <a:off x="8068100" y="3244645"/>
            <a:ext cx="3529780" cy="707886"/>
          </a:xfrm>
          <a:prstGeom prst="rect">
            <a:avLst/>
          </a:prstGeom>
          <a:noFill/>
        </p:spPr>
        <p:txBody>
          <a:bodyPr wrap="square">
            <a:spAutoFit/>
          </a:bodyPr>
          <a:lstStyle/>
          <a:p>
            <a:r>
              <a:rPr lang="es-MX" sz="2000" b="1" dirty="0"/>
              <a:t>https://github.com/Darvin14-Roblero/SIM-TEMA4.git</a:t>
            </a:r>
          </a:p>
        </p:txBody>
      </p:sp>
    </p:spTree>
    <p:extLst>
      <p:ext uri="{BB962C8B-B14F-4D97-AF65-F5344CB8AC3E}">
        <p14:creationId xmlns:p14="http://schemas.microsoft.com/office/powerpoint/2010/main" val="40606574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530DCFF-08F5-434A-A0D5-F3E89407A61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7" name="Picture 16">
            <a:extLst>
              <a:ext uri="{FF2B5EF4-FFF2-40B4-BE49-F238E27FC236}">
                <a16:creationId xmlns:a16="http://schemas.microsoft.com/office/drawing/2014/main" id="{24011A3A-9884-40BF-94F6-0625A0ADD32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9" name="Oval 18">
            <a:extLst>
              <a:ext uri="{FF2B5EF4-FFF2-40B4-BE49-F238E27FC236}">
                <a16:creationId xmlns:a16="http://schemas.microsoft.com/office/drawing/2014/main" id="{D6573690-978D-48A4-8645-0E01F8211B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pic>
        <p:nvPicPr>
          <p:cNvPr id="21" name="Picture 20">
            <a:extLst>
              <a:ext uri="{FF2B5EF4-FFF2-40B4-BE49-F238E27FC236}">
                <a16:creationId xmlns:a16="http://schemas.microsoft.com/office/drawing/2014/main" id="{D4B84446-184D-45CE-9532-48179EAE58C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23" name="Picture 22">
            <a:extLst>
              <a:ext uri="{FF2B5EF4-FFF2-40B4-BE49-F238E27FC236}">
                <a16:creationId xmlns:a16="http://schemas.microsoft.com/office/drawing/2014/main" id="{C9229660-8639-44E7-B486-7436516E6B6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5" name="Rectangle 24">
            <a:extLst>
              <a:ext uri="{FF2B5EF4-FFF2-40B4-BE49-F238E27FC236}">
                <a16:creationId xmlns:a16="http://schemas.microsoft.com/office/drawing/2014/main" id="{858084FA-40DB-44FC-94DA-93AA71CD69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2" name="Título 1">
            <a:extLst>
              <a:ext uri="{FF2B5EF4-FFF2-40B4-BE49-F238E27FC236}">
                <a16:creationId xmlns:a16="http://schemas.microsoft.com/office/drawing/2014/main" id="{14755F95-F2EF-615D-3CF5-B9AA93904465}"/>
              </a:ext>
            </a:extLst>
          </p:cNvPr>
          <p:cNvSpPr>
            <a:spLocks noGrp="1"/>
          </p:cNvSpPr>
          <p:nvPr>
            <p:ph type="title"/>
          </p:nvPr>
        </p:nvSpPr>
        <p:spPr>
          <a:xfrm>
            <a:off x="646111" y="609601"/>
            <a:ext cx="3325731" cy="1675975"/>
          </a:xfrm>
        </p:spPr>
        <p:txBody>
          <a:bodyPr vert="horz" lIns="91440" tIns="45720" rIns="91440" bIns="45720" rtlCol="0" anchor="t">
            <a:normAutofit/>
          </a:bodyPr>
          <a:lstStyle/>
          <a:p>
            <a:pPr>
              <a:lnSpc>
                <a:spcPct val="90000"/>
              </a:lnSpc>
            </a:pPr>
            <a:r>
              <a:rPr lang="en-US" sz="3300"/>
              <a:t>FUENTES DE INFORMACIÓN</a:t>
            </a:r>
          </a:p>
        </p:txBody>
      </p:sp>
      <p:pic>
        <p:nvPicPr>
          <p:cNvPr id="8" name="Imagen 7" descr="Rstudio un IDE para el lenguaje de programación R en Linux">
            <a:extLst>
              <a:ext uri="{FF2B5EF4-FFF2-40B4-BE49-F238E27FC236}">
                <a16:creationId xmlns:a16="http://schemas.microsoft.com/office/drawing/2014/main" id="{2D0464A4-4575-23EA-42EE-DA53992952C4}"/>
              </a:ext>
            </a:extLst>
          </p:cNvPr>
          <p:cNvPicPr>
            <a:picLocks noChangeAspect="1"/>
          </p:cNvPicPr>
          <p:nvPr/>
        </p:nvPicPr>
        <p:blipFill>
          <a:blip r:embed="rId7"/>
          <a:srcRect l="31814" r="22001" b="-4"/>
          <a:stretch>
            <a:fillRect/>
          </a:stretch>
        </p:blipFill>
        <p:spPr>
          <a:xfrm>
            <a:off x="4613643" y="609601"/>
            <a:ext cx="3409037" cy="2765825"/>
          </a:xfrm>
          <a:prstGeom prst="rect">
            <a:avLst/>
          </a:prstGeom>
          <a:effectLst>
            <a:outerShdw blurRad="50800" dist="38100" dir="5400000" algn="t" rotWithShape="0">
              <a:prstClr val="black">
                <a:alpha val="43000"/>
              </a:prstClr>
            </a:outerShdw>
          </a:effectLst>
        </p:spPr>
      </p:pic>
      <p:pic>
        <p:nvPicPr>
          <p:cNvPr id="9" name="Imagen 8" descr="Python Language Explained – Introduction to Python – PUSHE">
            <a:extLst>
              <a:ext uri="{FF2B5EF4-FFF2-40B4-BE49-F238E27FC236}">
                <a16:creationId xmlns:a16="http://schemas.microsoft.com/office/drawing/2014/main" id="{26A1140D-3E6B-DA25-F122-7518D65EF6E7}"/>
              </a:ext>
            </a:extLst>
          </p:cNvPr>
          <p:cNvPicPr>
            <a:picLocks noChangeAspect="1"/>
          </p:cNvPicPr>
          <p:nvPr/>
        </p:nvPicPr>
        <p:blipFill>
          <a:blip r:embed="rId8"/>
          <a:srcRect l="2607" r="8966" b="2"/>
          <a:stretch>
            <a:fillRect/>
          </a:stretch>
        </p:blipFill>
        <p:spPr>
          <a:xfrm>
            <a:off x="8135262" y="609602"/>
            <a:ext cx="3409037" cy="2766058"/>
          </a:xfrm>
          <a:prstGeom prst="rect">
            <a:avLst/>
          </a:prstGeom>
          <a:effectLst>
            <a:outerShdw blurRad="50800" dist="38100" dir="5400000" algn="t" rotWithShape="0">
              <a:prstClr val="black">
                <a:alpha val="43000"/>
              </a:prstClr>
            </a:outerShdw>
          </a:effectLst>
        </p:spPr>
      </p:pic>
      <p:sp>
        <p:nvSpPr>
          <p:cNvPr id="27" name="Rectangle 26">
            <a:extLst>
              <a:ext uri="{FF2B5EF4-FFF2-40B4-BE49-F238E27FC236}">
                <a16:creationId xmlns:a16="http://schemas.microsoft.com/office/drawing/2014/main" id="{6B41991E-FEAE-49BB-BDDD-80639BB61C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7" name="Marcador de texto 3">
            <a:extLst>
              <a:ext uri="{FF2B5EF4-FFF2-40B4-BE49-F238E27FC236}">
                <a16:creationId xmlns:a16="http://schemas.microsoft.com/office/drawing/2014/main" id="{38CBEF52-8347-97BB-0A74-AD4D634A3FC8}"/>
              </a:ext>
            </a:extLst>
          </p:cNvPr>
          <p:cNvSpPr>
            <a:spLocks noGrp="1"/>
          </p:cNvSpPr>
          <p:nvPr>
            <p:ph type="body" sz="half" idx="2"/>
          </p:nvPr>
        </p:nvSpPr>
        <p:spPr>
          <a:xfrm>
            <a:off x="642176" y="2484544"/>
            <a:ext cx="3329666" cy="3763855"/>
          </a:xfrm>
        </p:spPr>
        <p:txBody>
          <a:bodyPr vert="horz" lIns="91440" tIns="45720" rIns="91440" bIns="45720" rtlCol="0">
            <a:normAutofit/>
          </a:bodyPr>
          <a:lstStyle/>
          <a:p>
            <a:pPr>
              <a:buFont typeface="Wingdings 3" charset="2"/>
              <a:buChar char=""/>
            </a:pPr>
            <a:r>
              <a:rPr lang="en-US" noProof="0"/>
              <a:t>Para esto usamos </a:t>
            </a:r>
            <a:r>
              <a:rPr lang="en-US"/>
              <a:t>3 lenguajes de programación como son:</a:t>
            </a:r>
          </a:p>
          <a:p>
            <a:pPr>
              <a:buFont typeface="Wingdings 3" charset="2"/>
              <a:buChar char=""/>
            </a:pPr>
            <a:r>
              <a:rPr lang="en-US"/>
              <a:t>Java.</a:t>
            </a:r>
          </a:p>
          <a:p>
            <a:pPr>
              <a:buFont typeface="Wingdings 3" charset="2"/>
              <a:buChar char=""/>
            </a:pPr>
            <a:r>
              <a:rPr lang="en-US" noProof="0"/>
              <a:t>Rstudio.</a:t>
            </a:r>
          </a:p>
          <a:p>
            <a:pPr>
              <a:buFont typeface="Wingdings 3" charset="2"/>
              <a:buChar char=""/>
            </a:pPr>
            <a:r>
              <a:rPr lang="en-US"/>
              <a:t>Python.</a:t>
            </a:r>
            <a:endParaRPr lang="en-US" noProof="0"/>
          </a:p>
        </p:txBody>
      </p:sp>
      <p:pic>
        <p:nvPicPr>
          <p:cNvPr id="10" name="Imagen 9" descr="Qué es Github y sus características principales">
            <a:extLst>
              <a:ext uri="{FF2B5EF4-FFF2-40B4-BE49-F238E27FC236}">
                <a16:creationId xmlns:a16="http://schemas.microsoft.com/office/drawing/2014/main" id="{3EC3AF68-FFF7-F9F7-CC3E-7B24B3C7810F}"/>
              </a:ext>
            </a:extLst>
          </p:cNvPr>
          <p:cNvPicPr>
            <a:picLocks noChangeAspect="1"/>
          </p:cNvPicPr>
          <p:nvPr/>
        </p:nvPicPr>
        <p:blipFill>
          <a:blip r:embed="rId9"/>
          <a:srcRect l="23600" r="7375" b="-1"/>
          <a:stretch>
            <a:fillRect/>
          </a:stretch>
        </p:blipFill>
        <p:spPr>
          <a:xfrm>
            <a:off x="4613644" y="3482340"/>
            <a:ext cx="3409037" cy="2765825"/>
          </a:xfrm>
          <a:prstGeom prst="rect">
            <a:avLst/>
          </a:prstGeom>
          <a:effectLst>
            <a:outerShdw blurRad="50800" dist="38100" dir="5400000" algn="t" rotWithShape="0">
              <a:prstClr val="black">
                <a:alpha val="43000"/>
              </a:prstClr>
            </a:outerShdw>
          </a:effectLst>
        </p:spPr>
      </p:pic>
      <p:pic>
        <p:nvPicPr>
          <p:cNvPr id="6" name="Imagen 5">
            <a:extLst>
              <a:ext uri="{FF2B5EF4-FFF2-40B4-BE49-F238E27FC236}">
                <a16:creationId xmlns:a16="http://schemas.microsoft.com/office/drawing/2014/main" id="{7F1DB4F6-6132-3BC3-6A37-3B36233F2396}"/>
              </a:ext>
            </a:extLst>
          </p:cNvPr>
          <p:cNvPicPr>
            <a:picLocks noChangeAspect="1"/>
          </p:cNvPicPr>
          <p:nvPr/>
        </p:nvPicPr>
        <p:blipFill>
          <a:blip r:embed="rId10"/>
          <a:srcRect t="2383" b="16478"/>
          <a:stretch>
            <a:fillRect/>
          </a:stretch>
        </p:blipFill>
        <p:spPr>
          <a:xfrm>
            <a:off x="8135262" y="3482340"/>
            <a:ext cx="3409037" cy="2766058"/>
          </a:xfrm>
          <a:prstGeom prst="rect">
            <a:avLst/>
          </a:prstGeom>
          <a:effectLst>
            <a:outerShdw blurRad="50800" dist="38100" dir="5400000" algn="t" rotWithShape="0">
              <a:prstClr val="black">
                <a:alpha val="43000"/>
              </a:prstClr>
            </a:outerShdw>
          </a:effectLst>
        </p:spPr>
      </p:pic>
    </p:spTree>
    <p:extLst>
      <p:ext uri="{BB962C8B-B14F-4D97-AF65-F5344CB8AC3E}">
        <p14:creationId xmlns:p14="http://schemas.microsoft.com/office/powerpoint/2010/main" val="112071619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8A451F4C-A3A1-4FF3-AEA5-AE3EFF175B02}">
  <ds:schemaRefs>
    <ds:schemaRef ds:uri="http://schemas.microsoft.com/sharepoint/v3/contenttype/forms"/>
  </ds:schemaRefs>
</ds:datastoreItem>
</file>

<file path=customXml/itemProps2.xml><?xml version="1.0" encoding="utf-8"?>
<ds:datastoreItem xmlns:ds="http://schemas.openxmlformats.org/officeDocument/2006/customXml" ds:itemID="{F009F5EF-575C-40E7-A9C5-EC1F2A55486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8775A23-75CA-4614-9647-C9B2CE742CA2}">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Ion</Template>
  <TotalTime>596</TotalTime>
  <Words>386</Words>
  <Application>Microsoft Office PowerPoint</Application>
  <PresentationFormat>Panorámica</PresentationFormat>
  <Paragraphs>33</Paragraphs>
  <Slides>9</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9</vt:i4>
      </vt:variant>
    </vt:vector>
  </HeadingPairs>
  <TitlesOfParts>
    <vt:vector size="15" baseType="lpstr">
      <vt:lpstr>Arial</vt:lpstr>
      <vt:lpstr>Arial MT</vt:lpstr>
      <vt:lpstr>Calibri</vt:lpstr>
      <vt:lpstr>Century Gothic</vt:lpstr>
      <vt:lpstr>Wingdings 3</vt:lpstr>
      <vt:lpstr>Ion</vt:lpstr>
      <vt:lpstr>Presentación de PowerPoint</vt:lpstr>
      <vt:lpstr>INTRODUCCIÓN</vt:lpstr>
      <vt:lpstr>JUSTIFICACIÓN</vt:lpstr>
      <vt:lpstr>Presentación de PowerPoint</vt:lpstr>
      <vt:lpstr>Presentación de PowerPoint</vt:lpstr>
      <vt:lpstr>Presentación de PowerPoint</vt:lpstr>
      <vt:lpstr>CONCLUSIÓN</vt:lpstr>
      <vt:lpstr>Link GitHub</vt:lpstr>
      <vt:lpstr>FUENTES DE INFORMACIÓN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DARVIN ROBLERO GONZALEZ</dc:creator>
  <cp:lastModifiedBy>DARVIN ROBLERO GONZALEZ</cp:lastModifiedBy>
  <cp:revision>18</cp:revision>
  <dcterms:created xsi:type="dcterms:W3CDTF">2025-08-09T04:53:33Z</dcterms:created>
  <dcterms:modified xsi:type="dcterms:W3CDTF">2026-10-03T04:00:30Z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